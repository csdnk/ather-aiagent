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P2 AetherEngine 六态存储引擎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7F8C8D"/>
                </a:solidFill>
                <a:latin typeface="Microsoft YaHei"/>
              </a:rPr>
              <a:t>M0 阶段评审汇报 | 2026-07-31 | 南京信息工程大学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1. 项目背景与合同范围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2. P2 总体架构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3. E1 / E2 / E3 三引擎方案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4. M0 接口冻结（API + 内省 + 迁移回调）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5. 第一阶段交付物清单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6. 自测结果与下一步计划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  <a:latin typeface="Microsoft YaHei"/>
              </a:rPr>
              <a:t>01  项目背景与合同范围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项目定位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AetherStore：AI 原生超融合统一存储平台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P2 AetherEngine：存储引擎层，位于 P1 底座之上、P3/P4 之下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本阶段聚焦三态：E1 向量 · E2 对象 · E3 图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E4 文件 / E5 块 / E6 时序：M0 仅调研，不实现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7F8C8D"/>
                </a:solidFill>
                <a:latin typeface="Microsoft YaHei"/>
              </a:rPr>
              <a:t>合同：捷云盛 × 南信大 | 横向合同 2026-06-05 ~ 2027-06-30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合同里程碑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里程碑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M0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2026-07-31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方案 + 接口冻结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M-MVP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2026-11-30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E1/E2 可生产 + P1 接入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2027-03-31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E3 融合 + DiskANN + EC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三态 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2027-06-30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生产可用 + Bench + 论文专利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  <a:latin typeface="Microsoft YaHei"/>
              </a:rPr>
              <a:t>02  P2 总体架构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架构分层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P4 接入层：S3 / gRPC / REST / PG Wire 协议网关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P3 语义层：Embedding 下推 · 记忆管理 · 智能分层调度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P2 引擎层：统一 API + Segment 生命周期 + WAL + 错误码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P1 底座：Storage Block · WAL · Raft · Tiering Hook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共享底座（三引擎统一）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Segment 生命周期：Growing → Sealing → Sealed → Frozen → Archived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WAL &amp; Recovery：magic + length + CRC32，崩溃可 replay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P2Err_* 统一错误码，线稳定对外暴露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SegmentControl：Freeze / Unfreeze / OnMigrateComplete / Failed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OTel：ae.&lt;engine&gt;.&lt;op&gt; span，M-MVP 接入 P1 总线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  <a:latin typeface="Microsoft YaHei"/>
              </a:rPr>
              <a:t>03  E1 / E2 / E3 三引擎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三引擎能力概览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引擎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数据模型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核心能力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E1 向量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Collection/Vector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HNSW + IVF-PQ + Segment + 删除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已实现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E2 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Bucket/Object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S3 子集 + Range + 分页 + Multipart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已实现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E3 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Property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遍历 + 向量投影 + 融合算子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已实现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E1 向量引擎亮点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Segment 分段存储，Growing 段 Flat 回退，Sealed 段建索引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HNSW 纯 Rust ANN 主索引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IVF-PQ 第二索引 + 自适应参数（nlist≈√n，recall≥92% 门禁通过）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Delete + tombstone + WAL 恢复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E2 / E3 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E2：ObjectBackend 抽象，LocalFS 生产可用，SeaweedFS 预留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E2：MD5 ETag + blake3，object key 安全哈希映射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E3：VectorAnchoredSubgraph 单读路径（锚点 + k-hop + GraphFilter）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E3：truncated 标记 + 写栅栏，Frozen 期只读可服务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  <a:latin typeface="Microsoft YaHei"/>
              </a:rPr>
              <a:t>04  M0 接口冻结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proto/aether_engine.proto — FROZEN v0.1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① 三态统一查询 API：Vector / Object / Graph / Fusion Service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② Segment 内省：SegmentStats + ListSegments（IF-04 → P3）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③ Tier Migrate Callback：Freeze / Unfreeze / OnMigrate*（IF-06）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冻结规约：字段号与 RPC 签名稳定，仅允许向后兼容新增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7F8C8D"/>
                </a:solidFill>
                <a:latin typeface="Microsoft YaHei"/>
              </a:rPr>
              <a:t>Rust 镜像：crates/ae-proto | 实现：ae-kernel::SegmentControl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  <a:latin typeface="Microsoft YaHei"/>
              </a:rPr>
              <a:t>05  第一阶段交付物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M0 文档交付物（12 项）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交付物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D-01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需求分析文档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D-02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总体架构设计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D-03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阶段方案（E1/E2/E3）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D-04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技术路线与实施计划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D-05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E4/E5/E6 调研报告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D-06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P1/P2/P3 接口依赖表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D-07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API 接口文档 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D-08~12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proto + 代码 + 自测报告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C3E50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3E50"/>
                </a:solidFill>
                <a:latin typeface="Microsoft YaHei"/>
              </a:rPr>
              <a:t>06  自测与展望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自测结果（2026-06-25）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cargo fmt / clippy：零 warning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cargo test --workspace：31 passed, 0 failed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ae-server demo：向量写入 + 图融合单路径跑通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IVF-PQ recall@10 ≥ 0.92 合同门禁通过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下一步（M-MVP · 2026-08 ~ 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真实 P1 Block/WAL 接入（替换 MockP1Client）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E1/E2 生产化性能压测（P99 / 吞吐 / 5 千万召回）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P4 网关联调（S3 / gRPC）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OTel 导出接入 P1 监控总线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CI 流水线（fmt + clippy + test）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AE60"/>
                </a:solidFill>
                <a:latin typeface="Microsoft YaHei"/>
              </a:rPr>
              <a:t>提请甲方确认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Tier Migrate 物理迁移由 P1 还是 P3 执行？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P1 Block/WAL SDK v0.1 何时冻结？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P3-B1 Embedding 写入字段是否与 VectorService 对齐？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Microsoft YaHei"/>
              </a:rPr>
              <a:t>GA 前 E4/E5/E6 是否仅需调研报告？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谢谢聆听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P2 AetherEngine · M0 阶段评审 · 南京信息工程大学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