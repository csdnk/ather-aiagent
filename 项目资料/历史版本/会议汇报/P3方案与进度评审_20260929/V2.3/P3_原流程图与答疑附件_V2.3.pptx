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c9eaabeb5f4ce9" /><Relationship Type="http://schemas.openxmlformats.org/officeDocument/2006/relationships/extended-properties" Target="/docProps/app.xml" Id="R1c6970eaf7c543bd" /><Relationship Type="http://schemas.openxmlformats.org/officeDocument/2006/relationships/officeDocument" Target="/ppt/presentation.xml" Id="Rb8805e98913f4b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268099b434d4a"/>
  </p:sldMasterIdLst>
  <p:notesMasterIdLst>
    <p:notesMasterId xmlns:r="http://schemas.openxmlformats.org/officeDocument/2006/relationships" r:id="R488c144b1b3f4c0f"/>
  </p:notesMasterIdLst>
  <p:sldIdLst>
    <p:sldId xmlns:r="http://schemas.openxmlformats.org/officeDocument/2006/relationships" id="256" r:id="R2c6077c7a9d24e14"/>
    <p:sldId xmlns:r="http://schemas.openxmlformats.org/officeDocument/2006/relationships" id="257" r:id="R2b4ef60005d94565"/>
    <p:sldId xmlns:r="http://schemas.openxmlformats.org/officeDocument/2006/relationships" id="258" r:id="R1be106851aea4acb"/>
    <p:sldId xmlns:r="http://schemas.openxmlformats.org/officeDocument/2006/relationships" id="259" r:id="R03649bf6be1e4c60"/>
    <p:sldId xmlns:r="http://schemas.openxmlformats.org/officeDocument/2006/relationships" id="260" r:id="Rcd850015ebe54f83"/>
    <p:sldId xmlns:r="http://schemas.openxmlformats.org/officeDocument/2006/relationships" id="261" r:id="Reccbca60d5db4203"/>
    <p:sldId xmlns:r="http://schemas.openxmlformats.org/officeDocument/2006/relationships" id="262" r:id="R4b63177c2efb434a"/>
    <p:sldId xmlns:r="http://schemas.openxmlformats.org/officeDocument/2006/relationships" id="263" r:id="R7454434a530f4ba6"/>
    <p:sldId xmlns:r="http://schemas.openxmlformats.org/officeDocument/2006/relationships" id="264" r:id="R7137057802e44700"/>
    <p:sldId xmlns:r="http://schemas.openxmlformats.org/officeDocument/2006/relationships" id="265" r:id="R1bceab23e9864ace"/>
    <p:sldId xmlns:r="http://schemas.openxmlformats.org/officeDocument/2006/relationships" id="266" r:id="R9c00a73c45db42a6"/>
    <p:sldId xmlns:r="http://schemas.openxmlformats.org/officeDocument/2006/relationships" id="267" r:id="Rc5e69c51a45a41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1148bdda28424d" /><Relationship Type="http://schemas.openxmlformats.org/officeDocument/2006/relationships/slideMaster" Target="/ppt/slideMasters/slideMaster1.xml" Id="R7e9268099b434d4a" /><Relationship Type="http://schemas.openxmlformats.org/officeDocument/2006/relationships/notesMaster" Target="/ppt/notesMasters/notesMaster1.xml" Id="R488c144b1b3f4c0f" /><Relationship Type="http://schemas.openxmlformats.org/officeDocument/2006/relationships/presProps" Target="/ppt/presProps.xml" Id="R040c035ac62e470f" /><Relationship Type="http://schemas.openxmlformats.org/officeDocument/2006/relationships/tableStyles" Target="/ppt/tableStyles.xml" Id="R86c7e0c8b26c401c" /><Relationship Type="http://schemas.openxmlformats.org/officeDocument/2006/relationships/slide" Target="/ppt/slides/slide1.xml" Id="R2c6077c7a9d24e14" /><Relationship Type="http://schemas.openxmlformats.org/officeDocument/2006/relationships/slide" Target="/ppt/slides/slide2.xml" Id="R2b4ef60005d94565" /><Relationship Type="http://schemas.openxmlformats.org/officeDocument/2006/relationships/slide" Target="/ppt/slides/slide3.xml" Id="R1be106851aea4acb" /><Relationship Type="http://schemas.openxmlformats.org/officeDocument/2006/relationships/slide" Target="/ppt/slides/slide4.xml" Id="R03649bf6be1e4c60" /><Relationship Type="http://schemas.openxmlformats.org/officeDocument/2006/relationships/slide" Target="/ppt/slides/slide5.xml" Id="Rcd850015ebe54f83" /><Relationship Type="http://schemas.openxmlformats.org/officeDocument/2006/relationships/slide" Target="/ppt/slides/slide6.xml" Id="Reccbca60d5db4203" /><Relationship Type="http://schemas.openxmlformats.org/officeDocument/2006/relationships/slide" Target="/ppt/slides/slide7.xml" Id="R4b63177c2efb434a" /><Relationship Type="http://schemas.openxmlformats.org/officeDocument/2006/relationships/slide" Target="/ppt/slides/slide8.xml" Id="R7454434a530f4ba6" /><Relationship Type="http://schemas.openxmlformats.org/officeDocument/2006/relationships/slide" Target="/ppt/slides/slide9.xml" Id="R7137057802e44700" /><Relationship Type="http://schemas.openxmlformats.org/officeDocument/2006/relationships/slide" Target="/ppt/slides/slide10.xml" Id="R1bceab23e9864ace" /><Relationship Type="http://schemas.openxmlformats.org/officeDocument/2006/relationships/slide" Target="/ppt/slides/slide11.xml" Id="R9c00a73c45db42a6" /><Relationship Type="http://schemas.openxmlformats.org/officeDocument/2006/relationships/slide" Target="/ppt/slides/slide12.xml" Id="Rc5e69c51a45a41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09394bca564b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6fe8e7fd074c2e" /><Relationship Type="http://schemas.openxmlformats.org/officeDocument/2006/relationships/notesMaster" Target="/ppt/notesMasters/notesMaster1.xml" Id="Ra027db8e259344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ce34490a44453" /><Relationship Type="http://schemas.openxmlformats.org/officeDocument/2006/relationships/notesMaster" Target="/ppt/notesMasters/notesMaster1.xml" Id="Rf77533e63a7146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c6f0972904104" /><Relationship Type="http://schemas.openxmlformats.org/officeDocument/2006/relationships/notesMaster" Target="/ppt/notesMasters/notesMaster1.xml" Id="Rf6e749919e4747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c3465bb2e24646" /><Relationship Type="http://schemas.openxmlformats.org/officeDocument/2006/relationships/notesMaster" Target="/ppt/notesMasters/notesMaster1.xml" Id="R178e86583840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3a2628252d4bc4" /><Relationship Type="http://schemas.openxmlformats.org/officeDocument/2006/relationships/notesMaster" Target="/ppt/notesMasters/notesMaster1.xml" Id="R1e5e75e22a58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4acd7e63cd4a05" /><Relationship Type="http://schemas.openxmlformats.org/officeDocument/2006/relationships/notesMaster" Target="/ppt/notesMasters/notesMaster1.xml" Id="R967e788bc3964d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522bc3234c400e" /><Relationship Type="http://schemas.openxmlformats.org/officeDocument/2006/relationships/notesMaster" Target="/ppt/notesMasters/notesMaster1.xml" Id="Rc1a4f4dd84ec42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6960c245544061" /><Relationship Type="http://schemas.openxmlformats.org/officeDocument/2006/relationships/notesMaster" Target="/ppt/notesMasters/notesMaster1.xml" Id="Rf3cab2ad1aa449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ff64fe99ea4425" /><Relationship Type="http://schemas.openxmlformats.org/officeDocument/2006/relationships/notesMaster" Target="/ppt/notesMasters/notesMaster1.xml" Id="R4d9a5cb3b0994e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d22d991be943ce" /><Relationship Type="http://schemas.openxmlformats.org/officeDocument/2006/relationships/notesMaster" Target="/ppt/notesMasters/notesMaster1.xml" Id="R7698052baa1840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aa1f9f13604665" /><Relationship Type="http://schemas.openxmlformats.org/officeDocument/2006/relationships/notesMaster" Target="/ppt/notesMasters/notesMaster1.xml" Id="R02264aaad6e241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45bec0e26641de" /><Relationship Type="http://schemas.openxmlformats.org/officeDocument/2006/relationships/notesMaster" Target="/ppt/notesMasters/notesMaster1.xml" Id="Rcfbe806ea6d44d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原图来源：E:/projects/codex/aether/交付成果/架构设计/P3全景流程_Excalidraw/00_overview.excalidraw</a:t>
            </a:r>
          </a:p>
          <a:p xmlns:a="http://schemas.openxmlformats.org/drawingml/2006/main">
            <a:r>
              <a:t>原图裁取范围：30,100,2640,650，47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原图来源：E:/projects/codex/aether/交付成果/架构设计/P3全景流程_Excalidraw/01_remember.excalidraw</a:t>
            </a:r>
          </a:p>
          <a:p xmlns:a="http://schemas.openxmlformats.org/drawingml/2006/main">
            <a:r>
              <a:t>原图裁取范围：30,90,2640,805，49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原图来源：E:/projects/codex/aether/交付成果/架构设计/P3全景流程_Excalidraw/01_remember.excalidraw</a:t>
            </a:r>
          </a:p>
          <a:p xmlns:a="http://schemas.openxmlformats.org/drawingml/2006/main">
            <a:r>
              <a:t>原图裁取范围：30,935,2640,940，54 个源元素。原有节点坐标关系和文字保留，字体使用微软雅黑。</a:t>
            </a:r>
          </a:p>
          <a:p xmlns:a="http://schemas.openxmlformats.org/drawingml/2006/main">
            <a:r>
              <a:t>原图 LangMem 为设计参考；当前统一入口采用 JSON 模型协议适配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原图来源：E:/projects/codex/aether/交付成果/架构设计/P3全景流程_Excalidraw/01_remember.excalidraw</a:t>
            </a:r>
          </a:p>
          <a:p xmlns:a="http://schemas.openxmlformats.org/drawingml/2006/main">
            <a:r>
              <a:t>原图裁取范围：30,1910,2640,660，40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原图来源：E:/projects/codex/aether/交付成果/架构设计/P3全景流程_Excalidraw/02_recall.excalidraw</a:t>
            </a:r>
          </a:p>
          <a:p xmlns:a="http://schemas.openxmlformats.org/drawingml/2006/main">
            <a:r>
              <a:t>原图裁取范围：30,110,2640,540，28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原图来源：E:/projects/codex/aether/交付成果/架构设计/P3全景流程_Excalidraw/02_recall.excalidraw</a:t>
            </a:r>
          </a:p>
          <a:p xmlns:a="http://schemas.openxmlformats.org/drawingml/2006/main">
            <a:r>
              <a:t>原图裁取范围：30,1290,2640,860，49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原图来源：E:/projects/codex/aether/交付成果/架构设计/P3全景流程_Excalidraw/02_recall.excalidraw</a:t>
            </a:r>
          </a:p>
          <a:p xmlns:a="http://schemas.openxmlformats.org/drawingml/2006/main">
            <a:r>
              <a:t>原图裁取范围：30,2970,2640,1270，75 个源元素。原有节点坐标关系和文字保留，字体使用微软雅黑。</a:t>
            </a:r>
          </a:p>
          <a:p xmlns:a="http://schemas.openxmlformats.org/drawingml/2006/main">
            <a:r>
              <a:t>原图降级和不完整关系组分支待按 PRD V1.3 修订，不能作为最终验收口径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原图来源：E:/projects/codex/aether/交付成果/架构设计/P3全景流程_Excalidraw/03_operate.excalidraw</a:t>
            </a:r>
          </a:p>
          <a:p xmlns:a="http://schemas.openxmlformats.org/drawingml/2006/main">
            <a:r>
              <a:t>原图裁取范围：30,100,2640,730，63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原图来源：E:/projects/codex/aether/交付成果/架构设计/P3全景流程_Excalidraw/03_operate.excalidraw</a:t>
            </a:r>
          </a:p>
          <a:p xmlns:a="http://schemas.openxmlformats.org/drawingml/2006/main">
            <a:r>
              <a:t>原图裁取范围：30,850,2640,590，35 个源元素。原有节点坐标关系和文字保留，字体使用微软雅黑。</a:t>
            </a:r>
          </a:p>
          <a:p xmlns:a="http://schemas.openxmlformats.org/drawingml/2006/main">
            <a:r>
              <a:t>图中表达目标设计；当前本地实现与真实环境验收按主讲页分别说明</a:t>
            </a:r>
          </a:p>
          <a:p xmlns:a="http://schemas.openxmlformats.org/drawingml/2006/main">
            <a:r>
              <a:t>详细差异：E:/projects/codex/aether/交付成果/架构设计/P3_流程图与PRD_V1.3一致性检查_20260921.md</a:t>
            </a:r>
          </a:p>
          <a:p xmlns:a="http://schemas.openxmlformats.org/drawingml/2006/main">
            <a:r>
              <a:t>状态依据：E:/projects/codex/aether/交付成果/测试与验收/P3_统一运行整合与验收_20260926.md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来源：E:/projects/codex/aether/交付成果/开发协作/13_项目任务分工表_20260923.md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完整报告：E:/projects/codex/aether/交付成果/测试与验收/P3_统一运行整合与验收_20260926.md</a:t>
            </a:r>
          </a:p>
          <a:p xmlns:a="http://schemas.openxmlformats.org/drawingml/2006/main">
            <a:r>
              <a:t>E06 分组存在重叠，不与全仓数量累加。报告当时为未提交工作区整合；截至本次代码核对，已存在 2026-09-28 提交 74f71bc，不能把报告的历史 Git 状态当成当前 Git 状态。当前另有监测等未提交修改；本次未核对远端 CI。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来源：E:/projects/codex/aether/交付成果/架构设计/P3_流程图与PRD_V1.3一致性检查_20260921.md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E:/projects/codex/aether/交付成果/甲方整改答复/冷热分层范围决策单.md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>主 ADR 仍 Proposed，联合会议决议尚无签字记录。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2f09cc1bf74f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a949c2d754f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e133b606847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0817b12914f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934f7b9394e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717fe6f8c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6F5CCFB-3774-4563-84CD-4CFD804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E5C9CF-5067-4B52-A401-51B9B3615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FF9A22C-7C27-48C9-9FB6-81ACA5A540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1E1D520-C8A0-46CE-8BC3-C4F7A8A8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E08D16-AC15-437E-A6A6-347F7CFE0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0A0CFC9-1BA7-4D88-9797-A0691840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EBD9A2-2D7C-4A4C-A845-9DC50D417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1B9F83B-E08A-44FB-8135-C3FA08ACE9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025160E-B1A1-4437-9763-D71CA6AE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01B99A-48BD-4BAB-BF84-C10F1FAA8E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B8C185-3BD8-4766-8353-B24615213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F4C064-CB97-4564-ABD9-DC0EB37915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09537F-BC39-498E-B9CE-60A18DAD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29963B-E55B-4CB3-A426-F6DC88B29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D62DA5-D47F-4404-AA3A-1792E707A8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d414d3cedb494f" /><Relationship Type="http://schemas.openxmlformats.org/officeDocument/2006/relationships/slideLayout" Target="/ppt/slideLayouts/slideLayout1.xml" Id="Rf4e23c05ed76413a" /><Relationship Type="http://schemas.openxmlformats.org/officeDocument/2006/relationships/slideLayout" Target="/ppt/slideLayouts/slideLayout2.xml" Id="R281c8af7edf44f7a" /><Relationship Type="http://schemas.openxmlformats.org/officeDocument/2006/relationships/slideLayout" Target="/ppt/slideLayouts/slideLayout3.xml" Id="Ra8c3d4138b714d03" /><Relationship Type="http://schemas.openxmlformats.org/officeDocument/2006/relationships/slideLayout" Target="/ppt/slideLayouts/slideLayout4.xml" Id="R269a8ff54a9c418f" /><Relationship Type="http://schemas.openxmlformats.org/officeDocument/2006/relationships/slideLayout" Target="/ppt/slideLayouts/slideLayout5.xml" Id="R07cdf9c31ed946bc" /><Relationship Type="http://schemas.openxmlformats.org/officeDocument/2006/relationships/slideLayout" Target="/ppt/slideLayouts/slideLayout6.xml" Id="R8c2dbbbc4e4c45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23c05ed76413a"/>
    <p:sldLayoutId xmlns:r="http://schemas.openxmlformats.org/officeDocument/2006/relationships" id="2147483650" r:id="R281c8af7edf44f7a"/>
    <p:sldLayoutId xmlns:r="http://schemas.openxmlformats.org/officeDocument/2006/relationships" id="2147483651" r:id="Ra8c3d4138b714d03"/>
    <p:sldLayoutId xmlns:r="http://schemas.openxmlformats.org/officeDocument/2006/relationships" id="2147483652" r:id="R269a8ff54a9c418f"/>
    <p:sldLayoutId xmlns:r="http://schemas.openxmlformats.org/officeDocument/2006/relationships" id="2147483653" r:id="R07cdf9c31ed946bc"/>
    <p:sldLayoutId xmlns:r="http://schemas.openxmlformats.org/officeDocument/2006/relationships" id="2147483654" r:id="R8c2dbbbc4e4c45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4b98bbc7240ef" /><Relationship Type="http://schemas.openxmlformats.org/officeDocument/2006/relationships/notesSlide" Target="/ppt/notesSlides/notesSlide1.xml" Id="Re3a3b9bffbc146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03ad6266446e0" /><Relationship Type="http://schemas.openxmlformats.org/officeDocument/2006/relationships/notesSlide" Target="/ppt/notesSlides/notesSlide2.xml" Id="Rbc91f6aa64db4f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bff2456714a09" /><Relationship Type="http://schemas.openxmlformats.org/officeDocument/2006/relationships/notesSlide" Target="/ppt/notesSlides/notesSlide3.xml" Id="R25536d6702ce44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785c01e1442dd" /><Relationship Type="http://schemas.openxmlformats.org/officeDocument/2006/relationships/notesSlide" Target="/ppt/notesSlides/notesSlide4.xml" Id="Rdcc99c087d8a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01cdcd2274d7f" /><Relationship Type="http://schemas.openxmlformats.org/officeDocument/2006/relationships/notesSlide" Target="/ppt/notesSlides/notesSlide5.xml" Id="R5a73f3ff696743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9754f22374334" /><Relationship Type="http://schemas.openxmlformats.org/officeDocument/2006/relationships/notesSlide" Target="/ppt/notesSlides/notesSlide6.xml" Id="R383ad7a3fb5942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4a6edb990f44b0" /><Relationship Type="http://schemas.openxmlformats.org/officeDocument/2006/relationships/notesSlide" Target="/ppt/notesSlides/notesSlide7.xml" Id="Refd3b50c595942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079d316114e0e" /><Relationship Type="http://schemas.openxmlformats.org/officeDocument/2006/relationships/notesSlide" Target="/ppt/notesSlides/notesSlide8.xml" Id="R422dabe7052b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d312aa8c94767" /><Relationship Type="http://schemas.openxmlformats.org/officeDocument/2006/relationships/notesSlide" Target="/ppt/notesSlides/notesSlide9.xml" Id="R3a3f6a3ca77843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146540f34446a" /><Relationship Type="http://schemas.openxmlformats.org/officeDocument/2006/relationships/notesSlide" Target="/ppt/notesSlides/notesSlide10.xml" Id="R779edbc3f24746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9d1c4dc0f4300" /><Relationship Type="http://schemas.openxmlformats.org/officeDocument/2006/relationships/notesSlide" Target="/ppt/notesSlides/notesSlide11.xml" Id="R8b9cd276998e40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32ffec6a849d0" /><Relationship Type="http://schemas.openxmlformats.org/officeDocument/2006/relationships/notesSlide" Target="/ppt/notesSlides/notesSlide12.xml" Id="Rfe53a50b16a443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text-320">
            <a:extLst xmlns:a="http://schemas.openxmlformats.org/drawingml/2006/main">
              <a:ext uri="{FF2B5EF4-FFF2-40B4-BE49-F238E27FC236}">
                <a16:creationId xmlns:a16="http://schemas.microsoft.com/office/drawing/2014/main" id="{60EC7C68-2058-4264-917C-ADF5ED6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321">
            <a:extLst xmlns:a="http://schemas.openxmlformats.org/drawingml/2006/main">
              <a:ext uri="{FF2B5EF4-FFF2-40B4-BE49-F238E27FC236}">
                <a16:creationId xmlns:a16="http://schemas.microsoft.com/office/drawing/2014/main" id="{AE94CF25-150A-4B7C-937C-D6B30623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P3.1 系统组成与业务交接</a:t>
            </a:r>
          </a:p>
        </p:txBody>
      </p:sp>
      <p:sp>
        <p:nvSpPr>
          <p:cNvPr id="3" name="text-322">
            <a:extLst xmlns:a="http://schemas.openxmlformats.org/drawingml/2006/main">
              <a:ext uri="{FF2B5EF4-FFF2-40B4-BE49-F238E27FC236}">
                <a16:creationId xmlns:a16="http://schemas.microsoft.com/office/drawing/2014/main" id="{EA5F11B8-5121-4A93-B782-D8E15B7A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323">
            <a:extLst xmlns:a="http://schemas.openxmlformats.org/drawingml/2006/main">
              <a:ext uri="{FF2B5EF4-FFF2-40B4-BE49-F238E27FC236}">
                <a16:creationId xmlns:a16="http://schemas.microsoft.com/office/drawing/2014/main" id="{1C5F2EA3-0B83-475F-BA08-10E0AA7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24">
            <a:extLst xmlns:a="http://schemas.openxmlformats.org/drawingml/2006/main">
              <a:ext uri="{FF2B5EF4-FFF2-40B4-BE49-F238E27FC236}">
                <a16:creationId xmlns:a16="http://schemas.microsoft.com/office/drawing/2014/main" id="{FB4DE963-858A-4D6A-BA68-D6E3135B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25">
            <a:extLst xmlns:a="http://schemas.openxmlformats.org/drawingml/2006/main">
              <a:ext uri="{FF2B5EF4-FFF2-40B4-BE49-F238E27FC236}">
                <a16:creationId xmlns:a16="http://schemas.microsoft.com/office/drawing/2014/main" id="{48E13C61-F3CE-444E-B6F3-9F33398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B01 / 12</a:t>
            </a:r>
          </a:p>
        </p:txBody>
      </p:sp>
      <p:sp>
        <p:nvSpPr>
          <p:cNvPr id="7" name="source-00_overview-tidy-3">
            <a:extLst xmlns:a="http://schemas.openxmlformats.org/drawingml/2006/main">
              <a:ext uri="{FF2B5EF4-FFF2-40B4-BE49-F238E27FC236}">
                <a16:creationId xmlns:a16="http://schemas.microsoft.com/office/drawing/2014/main" id="{F6D521E0-8D79-4C6B-B77B-277342EB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2451713"/>
            <a:ext cx="11080930" cy="268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00_overview-tidy-15">
            <a:extLst xmlns:a="http://schemas.openxmlformats.org/drawingml/2006/main">
              <a:ext uri="{FF2B5EF4-FFF2-40B4-BE49-F238E27FC236}">
                <a16:creationId xmlns:a16="http://schemas.microsoft.com/office/drawing/2014/main" id="{13680407-9D33-4A4A-B509-8E4F2A94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2789418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9" name="source-00_overview-tidy-17">
            <a:extLst xmlns:a="http://schemas.openxmlformats.org/drawingml/2006/main">
              <a:ext uri="{FF2B5EF4-FFF2-40B4-BE49-F238E27FC236}">
                <a16:creationId xmlns:a16="http://schemas.microsoft.com/office/drawing/2014/main" id="{AE643D72-EEC6-4453-9F88-6B1BB001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2789418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00_overview-tidy-19">
            <a:extLst xmlns:a="http://schemas.openxmlformats.org/drawingml/2006/main">
              <a:ext uri="{FF2B5EF4-FFF2-40B4-BE49-F238E27FC236}">
                <a16:creationId xmlns:a16="http://schemas.microsoft.com/office/drawing/2014/main" id="{BDB68271-FF98-4387-B490-19A25AD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2789418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00_overview-tidy-21">
            <a:extLst xmlns:a="http://schemas.openxmlformats.org/drawingml/2006/main">
              <a:ext uri="{FF2B5EF4-FFF2-40B4-BE49-F238E27FC236}">
                <a16:creationId xmlns:a16="http://schemas.microsoft.com/office/drawing/2014/main" id="{D612773C-5EEB-4846-B883-42940EB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2789418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00_overview-tidy-23">
            <a:extLst xmlns:a="http://schemas.openxmlformats.org/drawingml/2006/main">
              <a:ext uri="{FF2B5EF4-FFF2-40B4-BE49-F238E27FC236}">
                <a16:creationId xmlns:a16="http://schemas.microsoft.com/office/drawing/2014/main" id="{D657A5BF-405E-498C-B6BD-05708600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2789418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00_overview-tidy-25">
            <a:extLst xmlns:a="http://schemas.openxmlformats.org/drawingml/2006/main">
              <a:ext uri="{FF2B5EF4-FFF2-40B4-BE49-F238E27FC236}">
                <a16:creationId xmlns:a16="http://schemas.microsoft.com/office/drawing/2014/main" id="{EC035D84-22AF-4FF3-865B-9A6B2AA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4140236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00_overview-tidy-27">
            <a:extLst xmlns:a="http://schemas.openxmlformats.org/drawingml/2006/main">
              <a:ext uri="{FF2B5EF4-FFF2-40B4-BE49-F238E27FC236}">
                <a16:creationId xmlns:a16="http://schemas.microsoft.com/office/drawing/2014/main" id="{5455D30E-61C6-4B27-82CE-B4F96A32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140236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00_overview-tidy-29">
            <a:extLst xmlns:a="http://schemas.openxmlformats.org/drawingml/2006/main">
              <a:ext uri="{FF2B5EF4-FFF2-40B4-BE49-F238E27FC236}">
                <a16:creationId xmlns:a16="http://schemas.microsoft.com/office/drawing/2014/main" id="{D130989E-F2AC-4E1D-8A8B-148A600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4140236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6" name="source-00_overview-tidy-31">
            <a:extLst xmlns:a="http://schemas.openxmlformats.org/drawingml/2006/main">
              <a:ext uri="{FF2B5EF4-FFF2-40B4-BE49-F238E27FC236}">
                <a16:creationId xmlns:a16="http://schemas.microsoft.com/office/drawing/2014/main" id="{DA1F63F4-DBD6-4C0D-9E4E-A9A1826E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140236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7" name="source-00_overview-tidy-33">
            <a:extLst xmlns:a="http://schemas.openxmlformats.org/drawingml/2006/main">
              <a:ext uri="{FF2B5EF4-FFF2-40B4-BE49-F238E27FC236}">
                <a16:creationId xmlns:a16="http://schemas.microsoft.com/office/drawing/2014/main" id="{9F2A512D-7351-41BD-866E-B377C937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4140236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8" name="source-00_overview-tidy-90">
            <a:extLst xmlns:a="http://schemas.openxmlformats.org/drawingml/2006/main">
              <a:ext uri="{FF2B5EF4-FFF2-40B4-BE49-F238E27FC236}">
                <a16:creationId xmlns:a16="http://schemas.microsoft.com/office/drawing/2014/main" id="{39B466AE-033F-443A-8AF4-0CA619B0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9648" y="2462267"/>
            <a:ext cx="683852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19" name="source-00_overview-tidy-93">
            <a:extLst xmlns:a="http://schemas.openxmlformats.org/drawingml/2006/main">
              <a:ext uri="{FF2B5EF4-FFF2-40B4-BE49-F238E27FC236}">
                <a16:creationId xmlns:a16="http://schemas.microsoft.com/office/drawing/2014/main" id="{06DABABE-AD7C-4D7B-A559-E741B9F0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2230" y="3635790"/>
            <a:ext cx="379918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0" name="source-00_overview-tidy-96">
            <a:extLst xmlns:a="http://schemas.openxmlformats.org/drawingml/2006/main">
              <a:ext uri="{FF2B5EF4-FFF2-40B4-BE49-F238E27FC236}">
                <a16:creationId xmlns:a16="http://schemas.microsoft.com/office/drawing/2014/main" id="{7C6AAA98-6F64-41E7-A2A1-CC191842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9769" y="3635790"/>
            <a:ext cx="531885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1" name="source-00_overview-tidy-99">
            <a:extLst xmlns:a="http://schemas.openxmlformats.org/drawingml/2006/main">
              <a:ext uri="{FF2B5EF4-FFF2-40B4-BE49-F238E27FC236}">
                <a16:creationId xmlns:a16="http://schemas.microsoft.com/office/drawing/2014/main" id="{EC7CD61B-EAFE-4871-AC91-99C84C35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1489" y="3644233"/>
            <a:ext cx="607868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2" name="source-00_overview-tidy-103">
            <a:extLst xmlns:a="http://schemas.openxmlformats.org/drawingml/2006/main">
              <a:ext uri="{FF2B5EF4-FFF2-40B4-BE49-F238E27FC236}">
                <a16:creationId xmlns:a16="http://schemas.microsoft.com/office/drawing/2014/main" id="{A561FE1B-1FCB-479E-BFD2-FE890A0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251" y="3496487"/>
            <a:ext cx="607868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3" name="source-00_overview-tidy-106">
            <a:extLst xmlns:a="http://schemas.openxmlformats.org/drawingml/2006/main">
              <a:ext uri="{FF2B5EF4-FFF2-40B4-BE49-F238E27FC236}">
                <a16:creationId xmlns:a16="http://schemas.microsoft.com/office/drawing/2014/main" id="{512E79C1-BCCD-47F2-B324-F1972EAC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5920" y="3348741"/>
            <a:ext cx="531885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4" name="source-00_overview-tidy-124">
            <a:extLst xmlns:a="http://schemas.openxmlformats.org/drawingml/2006/main">
              <a:ext uri="{FF2B5EF4-FFF2-40B4-BE49-F238E27FC236}">
                <a16:creationId xmlns:a16="http://schemas.microsoft.com/office/drawing/2014/main" id="{903EDA5A-29CE-4DF5-A10A-9CDD174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2228" y="3008926"/>
            <a:ext cx="33770" cy="33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8443">
            <a:solidFill>
              <a:srgbClr val="222222"/>
            </a:solidFill>
          </a:ln>
        </p:spPr>
      </p:sp>
      <p:sp>
        <p:nvSpPr>
          <p:cNvPr id="25" name="source-00_overview-tidy-125">
            <a:extLst xmlns:a="http://schemas.openxmlformats.org/drawingml/2006/main">
              <a:ext uri="{FF2B5EF4-FFF2-40B4-BE49-F238E27FC236}">
                <a16:creationId xmlns:a16="http://schemas.microsoft.com/office/drawing/2014/main" id="{5E169125-E673-46EB-AD22-976D05F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7308" y="3008926"/>
            <a:ext cx="33770" cy="337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8443">
            <a:solidFill>
              <a:srgbClr val="222222"/>
            </a:solidFill>
          </a:ln>
        </p:spPr>
      </p:sp>
      <p:sp>
        <p:nvSpPr>
          <p:cNvPr id="26" name="source-00_overview-tidy-85-326">
            <a:extLst xmlns:a="http://schemas.openxmlformats.org/drawingml/2006/main">
              <a:ext uri="{FF2B5EF4-FFF2-40B4-BE49-F238E27FC236}">
                <a16:creationId xmlns:a16="http://schemas.microsoft.com/office/drawing/2014/main" id="{42925271-9369-49B3-B048-520434B7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30258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7" name="route-327">
            <a:extLst xmlns:a="http://schemas.openxmlformats.org/drawingml/2006/main">
              <a:ext uri="{FF2B5EF4-FFF2-40B4-BE49-F238E27FC236}">
                <a16:creationId xmlns:a16="http://schemas.microsoft.com/office/drawing/2014/main" id="{0AAC29BD-F18F-4004-88FC-F57D148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29877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8" name="source-00_overview-tidy-86-328">
            <a:extLst xmlns:a="http://schemas.openxmlformats.org/drawingml/2006/main">
              <a:ext uri="{FF2B5EF4-FFF2-40B4-BE49-F238E27FC236}">
                <a16:creationId xmlns:a16="http://schemas.microsoft.com/office/drawing/2014/main" id="{AE823F65-724B-4754-9C43-320C5D3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30258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9" name="route-329">
            <a:extLst xmlns:a="http://schemas.openxmlformats.org/drawingml/2006/main">
              <a:ext uri="{FF2B5EF4-FFF2-40B4-BE49-F238E27FC236}">
                <a16:creationId xmlns:a16="http://schemas.microsoft.com/office/drawing/2014/main" id="{24A3101A-AAD6-4652-A757-79C3D21B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29877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0" name="source-00_overview-tidy-87-330">
            <a:extLst xmlns:a="http://schemas.openxmlformats.org/drawingml/2006/main">
              <a:ext uri="{FF2B5EF4-FFF2-40B4-BE49-F238E27FC236}">
                <a16:creationId xmlns:a16="http://schemas.microsoft.com/office/drawing/2014/main" id="{E377206B-2FCB-49BA-AE81-5FB3E548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30258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1" name="route-331">
            <a:extLst xmlns:a="http://schemas.openxmlformats.org/drawingml/2006/main">
              <a:ext uri="{FF2B5EF4-FFF2-40B4-BE49-F238E27FC236}">
                <a16:creationId xmlns:a16="http://schemas.microsoft.com/office/drawing/2014/main" id="{4858EDA1-1F27-44FD-9106-E12DB2FD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29877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2" name="source-00_overview-tidy-88-332">
            <a:extLst xmlns:a="http://schemas.openxmlformats.org/drawingml/2006/main">
              <a:ext uri="{FF2B5EF4-FFF2-40B4-BE49-F238E27FC236}">
                <a16:creationId xmlns:a16="http://schemas.microsoft.com/office/drawing/2014/main" id="{E458A6AE-554D-428E-95DF-54B856EE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30258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3" name="route-333">
            <a:extLst xmlns:a="http://schemas.openxmlformats.org/drawingml/2006/main">
              <a:ext uri="{FF2B5EF4-FFF2-40B4-BE49-F238E27FC236}">
                <a16:creationId xmlns:a16="http://schemas.microsoft.com/office/drawing/2014/main" id="{26A4AE09-3C32-4366-A52D-29309ADC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29877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4" name="source-00_overview-tidy-89-334">
            <a:extLst xmlns:a="http://schemas.openxmlformats.org/drawingml/2006/main">
              <a:ext uri="{FF2B5EF4-FFF2-40B4-BE49-F238E27FC236}">
                <a16:creationId xmlns:a16="http://schemas.microsoft.com/office/drawing/2014/main" id="{6D76EF43-9470-408F-A30E-9795858D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494" y="2620566"/>
            <a:ext cx="4390159" cy="168852"/>
          </a:xfrm>
          <a:custGeom xmlns:a="http://schemas.openxmlformats.org/drawingml/2006/main">
            <a:pathLst>
              <a:path w="4390159" h="168852">
                <a:moveTo>
                  <a:pt x="0" y="168852"/>
                </a:moveTo>
                <a:lnTo>
                  <a:pt x="0" y="0"/>
                </a:lnTo>
                <a:lnTo>
                  <a:pt x="4390159" y="0"/>
                </a:lnTo>
                <a:lnTo>
                  <a:pt x="4390159" y="168852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5" name="route-335">
            <a:extLst xmlns:a="http://schemas.openxmlformats.org/drawingml/2006/main">
              <a:ext uri="{FF2B5EF4-FFF2-40B4-BE49-F238E27FC236}">
                <a16:creationId xmlns:a16="http://schemas.microsoft.com/office/drawing/2014/main" id="{04A1DA41-57D8-4C94-9312-23499A31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553" y="271321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6" name="source-00_overview-tidy-92-336">
            <a:extLst xmlns:a="http://schemas.openxmlformats.org/drawingml/2006/main">
              <a:ext uri="{FF2B5EF4-FFF2-40B4-BE49-F238E27FC236}">
                <a16:creationId xmlns:a16="http://schemas.microsoft.com/office/drawing/2014/main" id="{EFDF7EDE-AFFA-4EE4-AEFA-47F1869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574" y="3262204"/>
            <a:ext cx="95" cy="878032"/>
          </a:xfrm>
          <a:custGeom xmlns:a="http://schemas.openxmlformats.org/drawingml/2006/main">
            <a:pathLst>
              <a:path w="95" h="878032">
                <a:moveTo>
                  <a:pt x="0" y="0"/>
                </a:moveTo>
                <a:lnTo>
                  <a:pt x="0" y="878032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7" name="route-337">
            <a:extLst xmlns:a="http://schemas.openxmlformats.org/drawingml/2006/main">
              <a:ext uri="{FF2B5EF4-FFF2-40B4-BE49-F238E27FC236}">
                <a16:creationId xmlns:a16="http://schemas.microsoft.com/office/drawing/2014/main" id="{08E893D5-A249-46C5-AC23-31FE3906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474" y="40640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8" name="source-00_overview-tidy-95-338">
            <a:extLst xmlns:a="http://schemas.openxmlformats.org/drawingml/2006/main">
              <a:ext uri="{FF2B5EF4-FFF2-40B4-BE49-F238E27FC236}">
                <a16:creationId xmlns:a16="http://schemas.microsoft.com/office/drawing/2014/main" id="{4A9754CD-FC09-4DAB-92A5-9CF4BCD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3025811"/>
            <a:ext cx="337705" cy="1350818"/>
          </a:xfrm>
          <a:custGeom xmlns:a="http://schemas.openxmlformats.org/drawingml/2006/main">
            <a:pathLst>
              <a:path w="337705" h="1350818">
                <a:moveTo>
                  <a:pt x="0" y="0"/>
                </a:moveTo>
                <a:lnTo>
                  <a:pt x="168852" y="0"/>
                </a:lnTo>
                <a:lnTo>
                  <a:pt x="168852" y="1350818"/>
                </a:lnTo>
                <a:lnTo>
                  <a:pt x="337705" y="1350818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9" name="route-339">
            <a:extLst xmlns:a="http://schemas.openxmlformats.org/drawingml/2006/main">
              <a:ext uri="{FF2B5EF4-FFF2-40B4-BE49-F238E27FC236}">
                <a16:creationId xmlns:a16="http://schemas.microsoft.com/office/drawing/2014/main" id="{B721A63F-D16F-477D-94E9-4883814E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4338529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0" name="source-00_overview-tidy-98-340">
            <a:extLst xmlns:a="http://schemas.openxmlformats.org/drawingml/2006/main">
              <a:ext uri="{FF2B5EF4-FFF2-40B4-BE49-F238E27FC236}">
                <a16:creationId xmlns:a16="http://schemas.microsoft.com/office/drawing/2014/main" id="{2FDD2730-3D98-4F49-98AA-5F2C5FFF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53" y="3025811"/>
            <a:ext cx="1097540" cy="1114425"/>
          </a:xfrm>
          <a:custGeom xmlns:a="http://schemas.openxmlformats.org/drawingml/2006/main">
            <a:pathLst>
              <a:path w="1097540" h="1114425">
                <a:moveTo>
                  <a:pt x="928688" y="0"/>
                </a:moveTo>
                <a:lnTo>
                  <a:pt x="1097540" y="0"/>
                </a:lnTo>
                <a:lnTo>
                  <a:pt x="1097540" y="776720"/>
                </a:lnTo>
                <a:lnTo>
                  <a:pt x="0" y="776720"/>
                </a:lnTo>
                <a:lnTo>
                  <a:pt x="0" y="1114425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1" name="route-341">
            <a:extLst xmlns:a="http://schemas.openxmlformats.org/drawingml/2006/main">
              <a:ext uri="{FF2B5EF4-FFF2-40B4-BE49-F238E27FC236}">
                <a16:creationId xmlns:a16="http://schemas.microsoft.com/office/drawing/2014/main" id="{DC49566C-6206-4D08-A5EE-960EC227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553" y="40640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2" name="source-00_overview-tidy-101-342">
            <a:extLst xmlns:a="http://schemas.openxmlformats.org/drawingml/2006/main">
              <a:ext uri="{FF2B5EF4-FFF2-40B4-BE49-F238E27FC236}">
                <a16:creationId xmlns:a16="http://schemas.microsoft.com/office/drawing/2014/main" id="{98448B3F-DEC3-4D36-AC75-DECF2103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376629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3" name="route-343">
            <a:extLst xmlns:a="http://schemas.openxmlformats.org/drawingml/2006/main">
              <a:ext uri="{FF2B5EF4-FFF2-40B4-BE49-F238E27FC236}">
                <a16:creationId xmlns:a16="http://schemas.microsoft.com/office/drawing/2014/main" id="{3892438D-8E6E-459E-BB1C-540F089A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4338529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4" name="source-00_overview-tidy-102-344">
            <a:extLst xmlns:a="http://schemas.openxmlformats.org/drawingml/2006/main">
              <a:ext uri="{FF2B5EF4-FFF2-40B4-BE49-F238E27FC236}">
                <a16:creationId xmlns:a16="http://schemas.microsoft.com/office/drawing/2014/main" id="{8D1B9287-DDAC-4110-BAAE-4751DABA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415" y="3025811"/>
            <a:ext cx="1266392" cy="1114425"/>
          </a:xfrm>
          <a:custGeom xmlns:a="http://schemas.openxmlformats.org/drawingml/2006/main">
            <a:pathLst>
              <a:path w="1266392" h="1114425">
                <a:moveTo>
                  <a:pt x="1266392" y="0"/>
                </a:moveTo>
                <a:lnTo>
                  <a:pt x="1097540" y="0"/>
                </a:lnTo>
                <a:lnTo>
                  <a:pt x="1097540" y="628975"/>
                </a:lnTo>
                <a:lnTo>
                  <a:pt x="0" y="628975"/>
                </a:lnTo>
                <a:lnTo>
                  <a:pt x="0" y="1114425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5" name="route-345">
            <a:extLst xmlns:a="http://schemas.openxmlformats.org/drawingml/2006/main">
              <a:ext uri="{FF2B5EF4-FFF2-40B4-BE49-F238E27FC236}">
                <a16:creationId xmlns:a16="http://schemas.microsoft.com/office/drawing/2014/main" id="{62890913-BA2B-46C1-8D60-D8D448BA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315" y="40640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6" name="source-00_overview-tidy-105-346">
            <a:extLst xmlns:a="http://schemas.openxmlformats.org/drawingml/2006/main">
              <a:ext uri="{FF2B5EF4-FFF2-40B4-BE49-F238E27FC236}">
                <a16:creationId xmlns:a16="http://schemas.microsoft.com/office/drawing/2014/main" id="{488E0E80-BA65-4054-9928-F1420C46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494" y="3262204"/>
            <a:ext cx="1730736" cy="878032"/>
          </a:xfrm>
          <a:custGeom xmlns:a="http://schemas.openxmlformats.org/drawingml/2006/main">
            <a:pathLst>
              <a:path w="1730736" h="878032">
                <a:moveTo>
                  <a:pt x="0" y="878032"/>
                </a:moveTo>
                <a:lnTo>
                  <a:pt x="0" y="244836"/>
                </a:lnTo>
                <a:lnTo>
                  <a:pt x="1730736" y="244836"/>
                </a:lnTo>
                <a:lnTo>
                  <a:pt x="17307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7" name="route-347">
            <a:extLst xmlns:a="http://schemas.openxmlformats.org/drawingml/2006/main">
              <a:ext uri="{FF2B5EF4-FFF2-40B4-BE49-F238E27FC236}">
                <a16:creationId xmlns:a16="http://schemas.microsoft.com/office/drawing/2014/main" id="{EDB32152-8169-4ECE-9390-1FEDD79A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130" y="3262204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8" name="source-00_overview-tidy-4-348">
            <a:extLst xmlns:a="http://schemas.openxmlformats.org/drawingml/2006/main">
              <a:ext uri="{FF2B5EF4-FFF2-40B4-BE49-F238E27FC236}">
                <a16:creationId xmlns:a16="http://schemas.microsoft.com/office/drawing/2014/main" id="{6461973F-3EA2-43A0-A142-CCE5C348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2493926"/>
            <a:ext cx="2824163" cy="16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P3.1 · 系统组成与业务交接｜两个对外业务入口，Operate 内部运行</a:t>
            </a:r>
          </a:p>
        </p:txBody>
      </p:sp>
      <p:sp>
        <p:nvSpPr>
          <p:cNvPr id="49" name="source-00_overview-tidy-16-349">
            <a:extLst xmlns:a="http://schemas.openxmlformats.org/drawingml/2006/main">
              <a:ext uri="{FF2B5EF4-FFF2-40B4-BE49-F238E27FC236}">
                <a16:creationId xmlns:a16="http://schemas.microsoft.com/office/drawing/2014/main" id="{56E1C373-364A-4510-95B9-DB82232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71" y="2909725"/>
            <a:ext cx="966788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应用 / Agent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写入、召回、查询原处理</a:t>
            </a:r>
          </a:p>
        </p:txBody>
      </p:sp>
      <p:sp>
        <p:nvSpPr>
          <p:cNvPr id="50" name="source-00_overview-tidy-18-350">
            <a:extLst xmlns:a="http://schemas.openxmlformats.org/drawingml/2006/main">
              <a:ext uri="{FF2B5EF4-FFF2-40B4-BE49-F238E27FC236}">
                <a16:creationId xmlns:a16="http://schemas.microsoft.com/office/drawing/2014/main" id="{D2473453-9777-41BD-9A1D-0C7451C3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724" y="2909725"/>
            <a:ext cx="1135640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可信身份与业务租户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绑定范围，逐次检查操作权限</a:t>
            </a:r>
          </a:p>
        </p:txBody>
      </p:sp>
      <p:sp>
        <p:nvSpPr>
          <p:cNvPr id="51" name="source-00_overview-tidy-20-351">
            <a:extLst xmlns:a="http://schemas.openxmlformats.org/drawingml/2006/main">
              <a:ext uri="{FF2B5EF4-FFF2-40B4-BE49-F238E27FC236}">
                <a16:creationId xmlns:a16="http://schemas.microsoft.com/office/drawing/2014/main" id="{07D5CA64-87DF-4A73-892D-88B6BC1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804" y="2909725"/>
            <a:ext cx="1135640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01 · Remember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保存、加工、版本与使用资格</a:t>
            </a:r>
          </a:p>
        </p:txBody>
      </p:sp>
      <p:sp>
        <p:nvSpPr>
          <p:cNvPr id="52" name="source-00_overview-tidy-22-352">
            <a:extLst xmlns:a="http://schemas.openxmlformats.org/drawingml/2006/main">
              <a:ext uri="{FF2B5EF4-FFF2-40B4-BE49-F238E27FC236}">
                <a16:creationId xmlns:a16="http://schemas.microsoft.com/office/drawing/2014/main" id="{799C04BC-BEE8-4852-B3D0-7F43B4EB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257" y="2909725"/>
            <a:ext cx="1198893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02 · Recall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有效材料 → 完整 ContextPack</a:t>
            </a:r>
          </a:p>
        </p:txBody>
      </p:sp>
      <p:sp>
        <p:nvSpPr>
          <p:cNvPr id="53" name="source-00_overview-tidy-24-353">
            <a:extLst xmlns:a="http://schemas.openxmlformats.org/drawingml/2006/main">
              <a:ext uri="{FF2B5EF4-FFF2-40B4-BE49-F238E27FC236}">
                <a16:creationId xmlns:a16="http://schemas.microsoft.com/office/drawing/2014/main" id="{057C96A9-2102-4889-87F2-29F22A4B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529" y="2909725"/>
            <a:ext cx="1228509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向调用方交付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保存状态 / 上下文 / 原请求结果</a:t>
            </a:r>
          </a:p>
        </p:txBody>
      </p:sp>
      <p:sp>
        <p:nvSpPr>
          <p:cNvPr id="54" name="source-00_overview-tidy-26-354">
            <a:extLst xmlns:a="http://schemas.openxmlformats.org/drawingml/2006/main">
              <a:ext uri="{FF2B5EF4-FFF2-40B4-BE49-F238E27FC236}">
                <a16:creationId xmlns:a16="http://schemas.microsoft.com/office/drawing/2014/main" id="{039F3B08-0FF9-440A-A576-AD68546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9" y="4260543"/>
            <a:ext cx="1304492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租户内共享与撤权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同租户不默认互通，后台同样重验</a:t>
            </a:r>
          </a:p>
        </p:txBody>
      </p:sp>
      <p:sp>
        <p:nvSpPr>
          <p:cNvPr id="55" name="source-00_overview-tidy-28-355">
            <a:extLst xmlns:a="http://schemas.openxmlformats.org/drawingml/2006/main">
              <a:ext uri="{FF2B5EF4-FFF2-40B4-BE49-F238E27FC236}">
                <a16:creationId xmlns:a16="http://schemas.microsoft.com/office/drawing/2014/main" id="{2B1B2FEF-81E1-43A0-9B22-BA375BD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511" y="4260543"/>
            <a:ext cx="122006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持久任务与可靠事件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按流程和租户限额，保留原处理</a:t>
            </a:r>
          </a:p>
        </p:txBody>
      </p:sp>
      <p:sp>
        <p:nvSpPr>
          <p:cNvPr id="56" name="source-00_overview-tidy-30-356">
            <a:extLst xmlns:a="http://schemas.openxmlformats.org/drawingml/2006/main">
              <a:ext uri="{FF2B5EF4-FFF2-40B4-BE49-F238E27FC236}">
                <a16:creationId xmlns:a16="http://schemas.microsoft.com/office/drawing/2014/main" id="{108C2E1C-8DBD-4F98-8132-C65B84A1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702" y="4260543"/>
            <a:ext cx="1215845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共享 Embedding / 向量接口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 编码正文；A 编码问题并检索</a:t>
            </a:r>
          </a:p>
        </p:txBody>
      </p:sp>
      <p:sp>
        <p:nvSpPr>
          <p:cNvPr id="57" name="source-00_overview-tidy-32-357">
            <a:extLst xmlns:a="http://schemas.openxmlformats.org/drawingml/2006/main">
              <a:ext uri="{FF2B5EF4-FFF2-40B4-BE49-F238E27FC236}">
                <a16:creationId xmlns:a16="http://schemas.microsoft.com/office/drawing/2014/main" id="{46BFBDFB-E107-4EF8-A771-28166630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7884" y="4260543"/>
            <a:ext cx="1135640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03 · Operate（内部自动）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存储与召回轨迹驱动实际调整</a:t>
            </a:r>
          </a:p>
        </p:txBody>
      </p:sp>
      <p:sp>
        <p:nvSpPr>
          <p:cNvPr id="58" name="source-00_overview-tidy-34-358">
            <a:extLst xmlns:a="http://schemas.openxmlformats.org/drawingml/2006/main">
              <a:ext uri="{FF2B5EF4-FFF2-40B4-BE49-F238E27FC236}">
                <a16:creationId xmlns:a16="http://schemas.microsoft.com/office/drawing/2014/main" id="{33979D0A-0F5A-44B2-B18D-8223B763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0543"/>
            <a:ext cx="122006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真实 P2 / 约定执行适配器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提供状态、动作回执与读取证据</a:t>
            </a:r>
          </a:p>
        </p:txBody>
      </p:sp>
      <p:sp>
        <p:nvSpPr>
          <p:cNvPr id="59" name="source-00_overview-tidy-91-359">
            <a:extLst xmlns:a="http://schemas.openxmlformats.org/drawingml/2006/main">
              <a:ext uri="{FF2B5EF4-FFF2-40B4-BE49-F238E27FC236}">
                <a16:creationId xmlns:a16="http://schemas.microsoft.com/office/drawing/2014/main" id="{BCA68AA3-5638-4DAF-A4B8-8F0DC237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7640" y="2474931"/>
            <a:ext cx="645968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召回 / 原结果查询</a:t>
            </a:r>
          </a:p>
        </p:txBody>
      </p:sp>
      <p:sp>
        <p:nvSpPr>
          <p:cNvPr id="60" name="source-00_overview-tidy-94-360">
            <a:extLst xmlns:a="http://schemas.openxmlformats.org/drawingml/2006/main">
              <a:ext uri="{FF2B5EF4-FFF2-40B4-BE49-F238E27FC236}">
                <a16:creationId xmlns:a16="http://schemas.microsoft.com/office/drawing/2014/main" id="{5EBEEFC4-731B-4C6C-9F76-141F1B06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221" y="3648454"/>
            <a:ext cx="34203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正文编码</a:t>
            </a:r>
          </a:p>
        </p:txBody>
      </p:sp>
      <p:sp>
        <p:nvSpPr>
          <p:cNvPr id="61" name="source-00_overview-tidy-97-361">
            <a:extLst xmlns:a="http://schemas.openxmlformats.org/drawingml/2006/main">
              <a:ext uri="{FF2B5EF4-FFF2-40B4-BE49-F238E27FC236}">
                <a16:creationId xmlns:a16="http://schemas.microsoft.com/office/drawing/2014/main" id="{D0B6738C-AEEF-49C0-9B9C-89AEFF91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761" y="3648454"/>
            <a:ext cx="494001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62" name="source-00_overview-tidy-100-362">
            <a:extLst xmlns:a="http://schemas.openxmlformats.org/drawingml/2006/main">
              <a:ext uri="{FF2B5EF4-FFF2-40B4-BE49-F238E27FC236}">
                <a16:creationId xmlns:a16="http://schemas.microsoft.com/office/drawing/2014/main" id="{9FD0D24D-AB9B-4263-98F2-0E76E05F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481" y="3656896"/>
            <a:ext cx="569985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读取 / 交付事件</a:t>
            </a:r>
          </a:p>
        </p:txBody>
      </p:sp>
      <p:sp>
        <p:nvSpPr>
          <p:cNvPr id="63" name="source-00_overview-tidy-104-363">
            <a:extLst xmlns:a="http://schemas.openxmlformats.org/drawingml/2006/main">
              <a:ext uri="{FF2B5EF4-FFF2-40B4-BE49-F238E27FC236}">
                <a16:creationId xmlns:a16="http://schemas.microsoft.com/office/drawing/2014/main" id="{9ABBB459-7286-498A-B5B5-EC536D43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242" y="3509151"/>
            <a:ext cx="569985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停用 / 共享许可</a:t>
            </a:r>
          </a:p>
        </p:txBody>
      </p:sp>
      <p:sp>
        <p:nvSpPr>
          <p:cNvPr id="64" name="source-00_overview-tidy-107-364">
            <a:extLst xmlns:a="http://schemas.openxmlformats.org/drawingml/2006/main">
              <a:ext uri="{FF2B5EF4-FFF2-40B4-BE49-F238E27FC236}">
                <a16:creationId xmlns:a16="http://schemas.microsoft.com/office/drawing/2014/main" id="{A5FB3DA6-1CBC-4F8D-A2A4-E77DA14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912" y="3361405"/>
            <a:ext cx="494001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领取加工任务</a:t>
            </a:r>
          </a:p>
        </p:txBody>
      </p:sp>
      <p:sp>
        <p:nvSpPr>
          <p:cNvPr id="65" name="text-365">
            <a:extLst xmlns:a="http://schemas.openxmlformats.org/drawingml/2006/main">
              <a:ext uri="{FF2B5EF4-FFF2-40B4-BE49-F238E27FC236}">
                <a16:creationId xmlns:a16="http://schemas.microsoft.com/office/drawing/2014/main" id="{4151330B-E795-4959-BAE1-4FFF6BD4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214174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ext-366">
            <a:extLst xmlns:a="http://schemas.openxmlformats.org/drawingml/2006/main">
              <a:ext uri="{FF2B5EF4-FFF2-40B4-BE49-F238E27FC236}">
                <a16:creationId xmlns:a16="http://schemas.microsoft.com/office/drawing/2014/main" id="{BEC4F21D-8632-426C-BED4-2C9C09D0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367">
            <a:extLst xmlns:a="http://schemas.openxmlformats.org/drawingml/2006/main">
              <a:ext uri="{FF2B5EF4-FFF2-40B4-BE49-F238E27FC236}">
                <a16:creationId xmlns:a16="http://schemas.microsoft.com/office/drawing/2014/main" id="{629FB658-ABFE-4E2F-AB52-250478A0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B.1—B.3 保存、记录与当前记忆</a:t>
            </a:r>
          </a:p>
        </p:txBody>
      </p:sp>
      <p:sp>
        <p:nvSpPr>
          <p:cNvPr id="3" name="text-368">
            <a:extLst xmlns:a="http://schemas.openxmlformats.org/drawingml/2006/main">
              <a:ext uri="{FF2B5EF4-FFF2-40B4-BE49-F238E27FC236}">
                <a16:creationId xmlns:a16="http://schemas.microsoft.com/office/drawing/2014/main" id="{82BCB6A7-5CD3-4495-8D82-E1AF9F5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369">
            <a:extLst xmlns:a="http://schemas.openxmlformats.org/drawingml/2006/main">
              <a:ext uri="{FF2B5EF4-FFF2-40B4-BE49-F238E27FC236}">
                <a16:creationId xmlns:a16="http://schemas.microsoft.com/office/drawing/2014/main" id="{C315C3CF-8AFD-4D7F-A450-19EA6480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70">
            <a:extLst xmlns:a="http://schemas.openxmlformats.org/drawingml/2006/main">
              <a:ext uri="{FF2B5EF4-FFF2-40B4-BE49-F238E27FC236}">
                <a16:creationId xmlns:a16="http://schemas.microsoft.com/office/drawing/2014/main" id="{C4C51592-5CFB-4E04-B1B4-55B5C9FD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71">
            <a:extLst xmlns:a="http://schemas.openxmlformats.org/drawingml/2006/main">
              <a:ext uri="{FF2B5EF4-FFF2-40B4-BE49-F238E27FC236}">
                <a16:creationId xmlns:a16="http://schemas.microsoft.com/office/drawing/2014/main" id="{12D141B0-8925-4F29-AC66-1CC6ED15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B02 / 12</a:t>
            </a:r>
          </a:p>
        </p:txBody>
      </p:sp>
      <p:sp>
        <p:nvSpPr>
          <p:cNvPr id="7" name="source-remember-complete-0025">
            <a:extLst xmlns:a="http://schemas.openxmlformats.org/drawingml/2006/main">
              <a:ext uri="{FF2B5EF4-FFF2-40B4-BE49-F238E27FC236}">
                <a16:creationId xmlns:a16="http://schemas.microsoft.com/office/drawing/2014/main" id="{0FEFCD3B-9E74-4D9D-9DE6-D1C1E38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3517593"/>
            <a:ext cx="11080930" cy="949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remember-complete-0027">
            <a:extLst xmlns:a="http://schemas.openxmlformats.org/drawingml/2006/main">
              <a:ext uri="{FF2B5EF4-FFF2-40B4-BE49-F238E27FC236}">
                <a16:creationId xmlns:a16="http://schemas.microsoft.com/office/drawing/2014/main" id="{30DD08FF-0855-438D-B63B-FC35F466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377087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9" name="source-remember-complete-0029">
            <a:extLst xmlns:a="http://schemas.openxmlformats.org/drawingml/2006/main">
              <a:ext uri="{FF2B5EF4-FFF2-40B4-BE49-F238E27FC236}">
                <a16:creationId xmlns:a16="http://schemas.microsoft.com/office/drawing/2014/main" id="{01E6BD97-D23E-4FE0-B43E-0F143959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377087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remember-complete-0031">
            <a:extLst xmlns:a="http://schemas.openxmlformats.org/drawingml/2006/main">
              <a:ext uri="{FF2B5EF4-FFF2-40B4-BE49-F238E27FC236}">
                <a16:creationId xmlns:a16="http://schemas.microsoft.com/office/drawing/2014/main" id="{09AD67B3-0F78-4724-A1F7-D6531584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377087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remember-complete-0033">
            <a:extLst xmlns:a="http://schemas.openxmlformats.org/drawingml/2006/main">
              <a:ext uri="{FF2B5EF4-FFF2-40B4-BE49-F238E27FC236}">
                <a16:creationId xmlns:a16="http://schemas.microsoft.com/office/drawing/2014/main" id="{40B971CD-50B0-4374-9BEA-93E807E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377087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remember-complete-0035">
            <a:extLst xmlns:a="http://schemas.openxmlformats.org/drawingml/2006/main">
              <a:ext uri="{FF2B5EF4-FFF2-40B4-BE49-F238E27FC236}">
                <a16:creationId xmlns:a16="http://schemas.microsoft.com/office/drawing/2014/main" id="{D6B05B01-2FF5-4D55-9DC5-35D53DE1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377087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remember-complete-0039">
            <a:extLst xmlns:a="http://schemas.openxmlformats.org/drawingml/2006/main">
              <a:ext uri="{FF2B5EF4-FFF2-40B4-BE49-F238E27FC236}">
                <a16:creationId xmlns:a16="http://schemas.microsoft.com/office/drawing/2014/main" id="{9B781B88-BA18-4421-8BEB-EACAE6E5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480509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remember-complete-0041">
            <a:extLst xmlns:a="http://schemas.openxmlformats.org/drawingml/2006/main">
              <a:ext uri="{FF2B5EF4-FFF2-40B4-BE49-F238E27FC236}">
                <a16:creationId xmlns:a16="http://schemas.microsoft.com/office/drawing/2014/main" id="{4B03448D-F85B-4E2D-A8BB-1572AD7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80509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remember-complete-0043">
            <a:extLst xmlns:a="http://schemas.openxmlformats.org/drawingml/2006/main">
              <a:ext uri="{FF2B5EF4-FFF2-40B4-BE49-F238E27FC236}">
                <a16:creationId xmlns:a16="http://schemas.microsoft.com/office/drawing/2014/main" id="{94470475-2BC8-4E9A-8DE1-FA3C6AB8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480509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6" name="source-remember-complete-0045">
            <a:extLst xmlns:a="http://schemas.openxmlformats.org/drawingml/2006/main">
              <a:ext uri="{FF2B5EF4-FFF2-40B4-BE49-F238E27FC236}">
                <a16:creationId xmlns:a16="http://schemas.microsoft.com/office/drawing/2014/main" id="{1B7D375C-4739-4C8B-944A-F92F9A2F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80509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7" name="source-remember-complete-0047">
            <a:extLst xmlns:a="http://schemas.openxmlformats.org/drawingml/2006/main">
              <a:ext uri="{FF2B5EF4-FFF2-40B4-BE49-F238E27FC236}">
                <a16:creationId xmlns:a16="http://schemas.microsoft.com/office/drawing/2014/main" id="{853607C2-D0F3-4EE3-B181-7EFF01A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4805092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8" name="source-ONLbYxj0VNg_fL-v5EP-K">
            <a:extLst xmlns:a="http://schemas.openxmlformats.org/drawingml/2006/main">
              <a:ext uri="{FF2B5EF4-FFF2-40B4-BE49-F238E27FC236}">
                <a16:creationId xmlns:a16="http://schemas.microsoft.com/office/drawing/2014/main" id="{29B1DA2A-1509-4537-800C-C5E2FFA1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668" y="2317804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9" name="source-G1m9OIKn1uzI4IJX6IT_E">
            <a:extLst xmlns:a="http://schemas.openxmlformats.org/drawingml/2006/main">
              <a:ext uri="{FF2B5EF4-FFF2-40B4-BE49-F238E27FC236}">
                <a16:creationId xmlns:a16="http://schemas.microsoft.com/office/drawing/2014/main" id="{87998763-1A37-41FF-BFA6-C2A86AE7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1747" y="2317804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0" name="source-E4e1tdxUOzej8vSKwQla0">
            <a:extLst xmlns:a="http://schemas.openxmlformats.org/drawingml/2006/main">
              <a:ext uri="{FF2B5EF4-FFF2-40B4-BE49-F238E27FC236}">
                <a16:creationId xmlns:a16="http://schemas.microsoft.com/office/drawing/2014/main" id="{90E298BA-27F4-4178-8F62-C76959C4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6827" y="2317804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1" name="source-5CbLHM-Wlg-sAQeimgT6T">
            <a:extLst xmlns:a="http://schemas.openxmlformats.org/drawingml/2006/main">
              <a:ext uri="{FF2B5EF4-FFF2-40B4-BE49-F238E27FC236}">
                <a16:creationId xmlns:a16="http://schemas.microsoft.com/office/drawing/2014/main" id="{FCBFA9DA-E6BC-4B0B-93E1-05039DF3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1906" y="2317804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2" name="source-pr-266VxRGd7M8YrUAP0n">
            <a:extLst xmlns:a="http://schemas.openxmlformats.org/drawingml/2006/main">
              <a:ext uri="{FF2B5EF4-FFF2-40B4-BE49-F238E27FC236}">
                <a16:creationId xmlns:a16="http://schemas.microsoft.com/office/drawing/2014/main" id="{376A3D77-0982-4F51-879E-792716DA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6986" y="2317804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3" name="source-67fMhHtfaL2cjfKfVWAN7">
            <a:extLst xmlns:a="http://schemas.openxmlformats.org/drawingml/2006/main">
              <a:ext uri="{FF2B5EF4-FFF2-40B4-BE49-F238E27FC236}">
                <a16:creationId xmlns:a16="http://schemas.microsoft.com/office/drawing/2014/main" id="{D279719A-9415-452C-90A3-A8E05AC5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1747" y="2951000"/>
            <a:ext cx="1857375" cy="295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4" name="source-uguMOxwZc_1d4Uyo0niEz">
            <a:extLst xmlns:a="http://schemas.openxmlformats.org/drawingml/2006/main">
              <a:ext uri="{FF2B5EF4-FFF2-40B4-BE49-F238E27FC236}">
                <a16:creationId xmlns:a16="http://schemas.microsoft.com/office/drawing/2014/main" id="{71F8499B-14E0-4EAA-B8B2-1C6A55F1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4367" y="2951000"/>
            <a:ext cx="4727864" cy="295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5" name="source-remember-complete-0049-372">
            <a:extLst xmlns:a="http://schemas.openxmlformats.org/drawingml/2006/main">
              <a:ext uri="{FF2B5EF4-FFF2-40B4-BE49-F238E27FC236}">
                <a16:creationId xmlns:a16="http://schemas.microsoft.com/office/drawing/2014/main" id="{617C556C-B8E6-4BC5-A8F2-81DA13A8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504148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6" name="route-373">
            <a:extLst xmlns:a="http://schemas.openxmlformats.org/drawingml/2006/main">
              <a:ext uri="{FF2B5EF4-FFF2-40B4-BE49-F238E27FC236}">
                <a16:creationId xmlns:a16="http://schemas.microsoft.com/office/drawing/2014/main" id="{B44F2E5B-5F88-408B-89F4-6505994B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500338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7" name="source-remember-complete-0050-374">
            <a:extLst xmlns:a="http://schemas.openxmlformats.org/drawingml/2006/main">
              <a:ext uri="{FF2B5EF4-FFF2-40B4-BE49-F238E27FC236}">
                <a16:creationId xmlns:a16="http://schemas.microsoft.com/office/drawing/2014/main" id="{A00F1B3B-6232-44D2-9E10-5D74D08D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504148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8" name="route-375">
            <a:extLst xmlns:a="http://schemas.openxmlformats.org/drawingml/2006/main">
              <a:ext uri="{FF2B5EF4-FFF2-40B4-BE49-F238E27FC236}">
                <a16:creationId xmlns:a16="http://schemas.microsoft.com/office/drawing/2014/main" id="{008610AF-14FD-4D09-9971-4F5427C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500338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9" name="source-remember-complete-0051-376">
            <a:extLst xmlns:a="http://schemas.openxmlformats.org/drawingml/2006/main">
              <a:ext uri="{FF2B5EF4-FFF2-40B4-BE49-F238E27FC236}">
                <a16:creationId xmlns:a16="http://schemas.microsoft.com/office/drawing/2014/main" id="{96378015-DA93-437F-8206-D52FDE3C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504148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0" name="route-377">
            <a:extLst xmlns:a="http://schemas.openxmlformats.org/drawingml/2006/main">
              <a:ext uri="{FF2B5EF4-FFF2-40B4-BE49-F238E27FC236}">
                <a16:creationId xmlns:a16="http://schemas.microsoft.com/office/drawing/2014/main" id="{8FAE3E1C-E95B-4851-BFEC-3465C152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500338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1" name="source-remember-complete-0052-378">
            <a:extLst xmlns:a="http://schemas.openxmlformats.org/drawingml/2006/main">
              <a:ext uri="{FF2B5EF4-FFF2-40B4-BE49-F238E27FC236}">
                <a16:creationId xmlns:a16="http://schemas.microsoft.com/office/drawing/2014/main" id="{27626042-7764-4B5E-AB9A-8ADB5FD6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504148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2" name="route-379">
            <a:extLst xmlns:a="http://schemas.openxmlformats.org/drawingml/2006/main">
              <a:ext uri="{FF2B5EF4-FFF2-40B4-BE49-F238E27FC236}">
                <a16:creationId xmlns:a16="http://schemas.microsoft.com/office/drawing/2014/main" id="{429B17FE-8A45-4D38-AFD8-1D421E6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500338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3" name="source-tPU10UQvvTUe_pOAAk4fL-380">
            <a:extLst xmlns:a="http://schemas.openxmlformats.org/drawingml/2006/main">
              <a:ext uri="{FF2B5EF4-FFF2-40B4-BE49-F238E27FC236}">
                <a16:creationId xmlns:a16="http://schemas.microsoft.com/office/drawing/2014/main" id="{670E3FC4-83DD-4C6F-B3A0-E8EE2563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043" y="2528870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4" name="route-381">
            <a:extLst xmlns:a="http://schemas.openxmlformats.org/drawingml/2006/main">
              <a:ext uri="{FF2B5EF4-FFF2-40B4-BE49-F238E27FC236}">
                <a16:creationId xmlns:a16="http://schemas.microsoft.com/office/drawing/2014/main" id="{9144D8FC-9688-4D51-A5EF-1EDB2295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547" y="249077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5" name="source-3bo31oDv7xjJlhreCCwlL-382">
            <a:extLst xmlns:a="http://schemas.openxmlformats.org/drawingml/2006/main">
              <a:ext uri="{FF2B5EF4-FFF2-40B4-BE49-F238E27FC236}">
                <a16:creationId xmlns:a16="http://schemas.microsoft.com/office/drawing/2014/main" id="{451944A7-DDF1-4FB3-9BC4-052F8FD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122" y="2528870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6" name="route-383">
            <a:extLst xmlns:a="http://schemas.openxmlformats.org/drawingml/2006/main">
              <a:ext uri="{FF2B5EF4-FFF2-40B4-BE49-F238E27FC236}">
                <a16:creationId xmlns:a16="http://schemas.microsoft.com/office/drawing/2014/main" id="{0C5F9EBE-7B5F-434F-9963-094C0E2A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27" y="249077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7" name="source-TA2SDG9ekcqu8fp1cpHro-384">
            <a:extLst xmlns:a="http://schemas.openxmlformats.org/drawingml/2006/main">
              <a:ext uri="{FF2B5EF4-FFF2-40B4-BE49-F238E27FC236}">
                <a16:creationId xmlns:a16="http://schemas.microsoft.com/office/drawing/2014/main" id="{26A2D181-E3EF-413E-B199-1589D1EC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202" y="2528870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8" name="route-385">
            <a:extLst xmlns:a="http://schemas.openxmlformats.org/drawingml/2006/main">
              <a:ext uri="{FF2B5EF4-FFF2-40B4-BE49-F238E27FC236}">
                <a16:creationId xmlns:a16="http://schemas.microsoft.com/office/drawing/2014/main" id="{90849A71-2560-49C5-B1A3-53E92312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706" y="249077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9" name="source-5Pvs5ZY9hZq9SfRT_R3TT-386">
            <a:extLst xmlns:a="http://schemas.openxmlformats.org/drawingml/2006/main">
              <a:ext uri="{FF2B5EF4-FFF2-40B4-BE49-F238E27FC236}">
                <a16:creationId xmlns:a16="http://schemas.microsoft.com/office/drawing/2014/main" id="{A2603B5C-B863-4D17-8CD6-054557F8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281" y="2528870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40" name="route-387">
            <a:extLst xmlns:a="http://schemas.openxmlformats.org/drawingml/2006/main">
              <a:ext uri="{FF2B5EF4-FFF2-40B4-BE49-F238E27FC236}">
                <a16:creationId xmlns:a16="http://schemas.microsoft.com/office/drawing/2014/main" id="{8124E15E-44B1-4D85-B6A6-4D37A5A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86" y="249077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41" name="source-vJ2PvRc-7ifaq3L_zAqZy-388">
            <a:extLst xmlns:a="http://schemas.openxmlformats.org/drawingml/2006/main">
              <a:ext uri="{FF2B5EF4-FFF2-40B4-BE49-F238E27FC236}">
                <a16:creationId xmlns:a16="http://schemas.microsoft.com/office/drawing/2014/main" id="{D26CA095-5E6E-4E29-9C55-93DE9456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435" y="2739935"/>
            <a:ext cx="95" cy="211065"/>
          </a:xfrm>
          <a:custGeom xmlns:a="http://schemas.openxmlformats.org/drawingml/2006/main">
            <a:pathLst>
              <a:path w="95" h="211065">
                <a:moveTo>
                  <a:pt x="0" y="0"/>
                </a:moveTo>
                <a:lnTo>
                  <a:pt x="0" y="211065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42" name="route-389">
            <a:extLst xmlns:a="http://schemas.openxmlformats.org/drawingml/2006/main">
              <a:ext uri="{FF2B5EF4-FFF2-40B4-BE49-F238E27FC236}">
                <a16:creationId xmlns:a16="http://schemas.microsoft.com/office/drawing/2014/main" id="{7086754C-C0F7-4760-9C91-2581D10B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335" y="28748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43" name="source-b3HTTssV3SppPZDu-YKLW-390">
            <a:extLst xmlns:a="http://schemas.openxmlformats.org/drawingml/2006/main">
              <a:ext uri="{FF2B5EF4-FFF2-40B4-BE49-F238E27FC236}">
                <a16:creationId xmlns:a16="http://schemas.microsoft.com/office/drawing/2014/main" id="{4D115C24-894F-47BD-84EB-018C437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514" y="2739935"/>
            <a:ext cx="2532784" cy="211065"/>
          </a:xfrm>
          <a:custGeom xmlns:a="http://schemas.openxmlformats.org/drawingml/2006/main">
            <a:pathLst>
              <a:path w="2532784" h="211065">
                <a:moveTo>
                  <a:pt x="0" y="0"/>
                </a:moveTo>
                <a:lnTo>
                  <a:pt x="0" y="126639"/>
                </a:lnTo>
                <a:lnTo>
                  <a:pt x="2532784" y="126639"/>
                </a:lnTo>
                <a:lnTo>
                  <a:pt x="2532784" y="211065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44" name="route-391">
            <a:extLst xmlns:a="http://schemas.openxmlformats.org/drawingml/2006/main">
              <a:ext uri="{FF2B5EF4-FFF2-40B4-BE49-F238E27FC236}">
                <a16:creationId xmlns:a16="http://schemas.microsoft.com/office/drawing/2014/main" id="{C9A735C0-B16B-45AB-9F2F-A18B770C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198" y="28748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45" name="source-remember-complete-0026-392">
            <a:extLst xmlns:a="http://schemas.openxmlformats.org/drawingml/2006/main">
              <a:ext uri="{FF2B5EF4-FFF2-40B4-BE49-F238E27FC236}">
                <a16:creationId xmlns:a16="http://schemas.microsoft.com/office/drawing/2014/main" id="{58DC2BC1-01CB-4AED-A3B6-B931849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3585134"/>
            <a:ext cx="2887482" cy="158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B.2 · 内容与记录对应关系｜下列节点表示引用关系，不表示执行先后</a:t>
            </a:r>
          </a:p>
        </p:txBody>
      </p:sp>
      <p:sp>
        <p:nvSpPr>
          <p:cNvPr id="46" name="source-remember-complete-0028-393">
            <a:extLst xmlns:a="http://schemas.openxmlformats.org/drawingml/2006/main">
              <a:ext uri="{FF2B5EF4-FFF2-40B4-BE49-F238E27FC236}">
                <a16:creationId xmlns:a16="http://schemas.microsoft.com/office/drawing/2014/main" id="{A0A1F89A-9ECC-48DB-896A-5F1AF50B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9" y="3842634"/>
            <a:ext cx="1304492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原文 + 独立来源索引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source_id / version → 原文地址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权限、会话、片段与保留期</a:t>
            </a:r>
          </a:p>
        </p:txBody>
      </p:sp>
      <p:sp>
        <p:nvSpPr>
          <p:cNvPr id="47" name="source-remember-complete-0030-394">
            <a:extLst xmlns:a="http://schemas.openxmlformats.org/drawingml/2006/main">
              <a:ext uri="{FF2B5EF4-FFF2-40B4-BE49-F238E27FC236}">
                <a16:creationId xmlns:a16="http://schemas.microsoft.com/office/drawing/2014/main" id="{D65D1ECD-8D88-4964-864D-77BD71D3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146" y="3842634"/>
            <a:ext cx="1232796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MemoryRecord（W / E / S）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记忆版本、状态与正文引用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关联来源证据和 Artifact ID</a:t>
            </a:r>
          </a:p>
        </p:txBody>
      </p:sp>
      <p:sp>
        <p:nvSpPr>
          <p:cNvPr id="48" name="source-remember-complete-0032-395">
            <a:extLst xmlns:a="http://schemas.openxmlformats.org/drawingml/2006/main">
              <a:ext uri="{FF2B5EF4-FFF2-40B4-BE49-F238E27FC236}">
                <a16:creationId xmlns:a16="http://schemas.microsoft.com/office/drawing/2014/main" id="{9EB79A34-2912-41A2-9ED3-57E804CE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706" y="3842634"/>
            <a:ext cx="1253836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ArtifactRecord → 派生内容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来源版本、任务与策略版本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输出地址、质量、输入输出字节</a:t>
            </a:r>
          </a:p>
        </p:txBody>
      </p:sp>
      <p:sp>
        <p:nvSpPr>
          <p:cNvPr id="49" name="source-remember-complete-0034-396">
            <a:extLst xmlns:a="http://schemas.openxmlformats.org/drawingml/2006/main">
              <a:ext uri="{FF2B5EF4-FFF2-40B4-BE49-F238E27FC236}">
                <a16:creationId xmlns:a16="http://schemas.microsoft.com/office/drawing/2014/main" id="{BA9D315F-4F97-42E0-A4D3-CB6FDF17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5424" y="3842634"/>
            <a:ext cx="1000558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E/S 正文独立持久化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证据 → 原文版本 / 片段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派生物不自动成为新记忆</a:t>
            </a:r>
          </a:p>
        </p:txBody>
      </p:sp>
      <p:sp>
        <p:nvSpPr>
          <p:cNvPr id="50" name="source-remember-complete-0036-397">
            <a:extLst xmlns:a="http://schemas.openxmlformats.org/drawingml/2006/main">
              <a:ext uri="{FF2B5EF4-FFF2-40B4-BE49-F238E27FC236}">
                <a16:creationId xmlns:a16="http://schemas.microsoft.com/office/drawing/2014/main" id="{B1BDC201-D4E4-4EFA-8B9F-674ACF3C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42" y="3842634"/>
            <a:ext cx="1144082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记忆与原文分别保留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删除 Working 不丢原文索引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原文按授权范围独立查找</a:t>
            </a:r>
          </a:p>
        </p:txBody>
      </p:sp>
      <p:sp>
        <p:nvSpPr>
          <p:cNvPr id="51" name="source-remember-complete-0038-398">
            <a:extLst xmlns:a="http://schemas.openxmlformats.org/drawingml/2006/main">
              <a:ext uri="{FF2B5EF4-FFF2-40B4-BE49-F238E27FC236}">
                <a16:creationId xmlns:a16="http://schemas.microsoft.com/office/drawing/2014/main" id="{0BF395F6-0C58-463A-9879-ACF519C7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4619354"/>
            <a:ext cx="2321761" cy="158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B.3 · Working 内容写入与正文读取｜Remember 写入</a:t>
            </a:r>
          </a:p>
        </p:txBody>
      </p:sp>
      <p:sp>
        <p:nvSpPr>
          <p:cNvPr id="52" name="source-remember-complete-0040-399">
            <a:extLst xmlns:a="http://schemas.openxmlformats.org/drawingml/2006/main">
              <a:ext uri="{FF2B5EF4-FFF2-40B4-BE49-F238E27FC236}">
                <a16:creationId xmlns:a16="http://schemas.microsoft.com/office/drawing/2014/main" id="{470247E8-9C42-457F-A09F-9A737584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40" y="4876854"/>
            <a:ext cx="1600049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新建／更新 Active Working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确认原文及 MemoryRecord 已可靠保存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登记原文引用、版本与内容大小</a:t>
            </a:r>
          </a:p>
        </p:txBody>
      </p:sp>
      <p:sp>
        <p:nvSpPr>
          <p:cNvPr id="53" name="source-remember-complete-0042-400">
            <a:extLst xmlns:a="http://schemas.openxmlformats.org/drawingml/2006/main">
              <a:ext uri="{FF2B5EF4-FFF2-40B4-BE49-F238E27FC236}">
                <a16:creationId xmlns:a16="http://schemas.microsoft.com/office/drawing/2014/main" id="{D8F2FD11-5634-43AE-8384-8DDE464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6413" y="4876854"/>
            <a:ext cx="1338263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判断初始缓存方式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短内容：准备完整原文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长内容：仅登记原文引用及元数据</a:t>
            </a:r>
          </a:p>
        </p:txBody>
      </p:sp>
      <p:sp>
        <p:nvSpPr>
          <p:cNvPr id="54" name="source-remember-complete-0044-401">
            <a:extLst xmlns:a="http://schemas.openxmlformats.org/drawingml/2006/main">
              <a:ext uri="{FF2B5EF4-FFF2-40B4-BE49-F238E27FC236}">
                <a16:creationId xmlns:a16="http://schemas.microsoft.com/office/drawing/2014/main" id="{33DF4E45-AF2C-4407-9B0F-F5E3F33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493" y="4876854"/>
            <a:ext cx="1338263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校验资格、版本与可用配额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短内容完整写入 Redis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长内容登记引用，标记正文未缓存</a:t>
            </a:r>
          </a:p>
        </p:txBody>
      </p:sp>
      <p:sp>
        <p:nvSpPr>
          <p:cNvPr id="55" name="source-remember-complete-0046-402">
            <a:extLst xmlns:a="http://schemas.openxmlformats.org/drawingml/2006/main">
              <a:ext uri="{FF2B5EF4-FFF2-40B4-BE49-F238E27FC236}">
                <a16:creationId xmlns:a16="http://schemas.microsoft.com/office/drawing/2014/main" id="{96F8DE2B-606B-4A04-9F0B-20CA61CB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543" y="4931731"/>
            <a:ext cx="137632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确认写入结果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通过 Outbox 发送 MemorySignal</a:t>
            </a:r>
          </a:p>
        </p:txBody>
      </p:sp>
      <p:sp>
        <p:nvSpPr>
          <p:cNvPr id="56" name="source-remember-complete-0048-403">
            <a:extLst xmlns:a="http://schemas.openxmlformats.org/drawingml/2006/main">
              <a:ext uri="{FF2B5EF4-FFF2-40B4-BE49-F238E27FC236}">
                <a16:creationId xmlns:a16="http://schemas.microsoft.com/office/drawing/2014/main" id="{D2CEA68E-4D84-4CEB-B75F-AB83C79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373" y="4931731"/>
            <a:ext cx="820392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返回实际状态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异常与补偿进入 B.8</a:t>
            </a:r>
          </a:p>
        </p:txBody>
      </p:sp>
      <p:sp>
        <p:nvSpPr>
          <p:cNvPr id="57" name="source-IiMz5_j34p2UCj_jGeZUj-404">
            <a:extLst xmlns:a="http://schemas.openxmlformats.org/drawingml/2006/main">
              <a:ext uri="{FF2B5EF4-FFF2-40B4-BE49-F238E27FC236}">
                <a16:creationId xmlns:a16="http://schemas.microsoft.com/office/drawing/2014/main" id="{D70B3E54-19CD-4BCC-AD2B-66626DE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42" y="2123624"/>
            <a:ext cx="2579327" cy="158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B.1 · 接入与保存｜原文独立保存，MemoryRecord 关联引用</a:t>
            </a:r>
          </a:p>
        </p:txBody>
      </p:sp>
      <p:sp>
        <p:nvSpPr>
          <p:cNvPr id="58" name="source-hI9yEn-zPAtXevH7hfaS--405">
            <a:extLst xmlns:a="http://schemas.openxmlformats.org/drawingml/2006/main">
              <a:ext uri="{FF2B5EF4-FFF2-40B4-BE49-F238E27FC236}">
                <a16:creationId xmlns:a16="http://schemas.microsoft.com/office/drawing/2014/main" id="{3573C2D8-06ED-407B-A7ED-0F00DD49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10" y="2419116"/>
            <a:ext cx="136359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接收用户 / Agent / 工作流文本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绑定身份、Scope、来源与请求 ID</a:t>
            </a:r>
          </a:p>
        </p:txBody>
      </p:sp>
      <p:sp>
        <p:nvSpPr>
          <p:cNvPr id="59" name="source-BErFVTim3ax1CyUzYH0fO-406">
            <a:extLst xmlns:a="http://schemas.openxmlformats.org/drawingml/2006/main">
              <a:ext uri="{FF2B5EF4-FFF2-40B4-BE49-F238E27FC236}">
                <a16:creationId xmlns:a16="http://schemas.microsoft.com/office/drawing/2014/main" id="{3DBCED4C-84F6-4E49-A50A-8CDEF5AF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780" y="2364239"/>
            <a:ext cx="1169410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检查权限、格式、配额与幂等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同键同内容 → 返回原结果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校验通过 → 保存</a:t>
            </a:r>
          </a:p>
        </p:txBody>
      </p:sp>
      <p:sp>
        <p:nvSpPr>
          <p:cNvPr id="60" name="source-x98IDobBkoSD-7L37TKMg-407">
            <a:extLst xmlns:a="http://schemas.openxmlformats.org/drawingml/2006/main">
              <a:ext uri="{FF2B5EF4-FFF2-40B4-BE49-F238E27FC236}">
                <a16:creationId xmlns:a16="http://schemas.microsoft.com/office/drawing/2014/main" id="{D8B7EBAD-4F07-44A1-99FB-425ACB3F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646" y="2364239"/>
            <a:ext cx="1253836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P2 独立保存完整原文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取得对象引用、源版本与校验值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短文、长文采用统一来源标识</a:t>
            </a:r>
          </a:p>
        </p:txBody>
      </p:sp>
      <p:sp>
        <p:nvSpPr>
          <p:cNvPr id="61" name="source-qd80USd5RD1xYqhKksQNJ-408">
            <a:extLst xmlns:a="http://schemas.openxmlformats.org/drawingml/2006/main">
              <a:ext uri="{FF2B5EF4-FFF2-40B4-BE49-F238E27FC236}">
                <a16:creationId xmlns:a16="http://schemas.microsoft.com/office/drawing/2014/main" id="{70B554D0-869D-44DE-98B8-1529B02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81" y="2364239"/>
            <a:ext cx="1350926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事务提交来源索引 + Working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记录仅存元数据与正文引用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会话序号、待办与 Outbox 同提交</a:t>
            </a:r>
          </a:p>
        </p:txBody>
      </p:sp>
      <p:sp>
        <p:nvSpPr>
          <p:cNvPr id="62" name="source-qX08uyNbKWvLHgDEN3OBO-409">
            <a:extLst xmlns:a="http://schemas.openxmlformats.org/drawingml/2006/main">
              <a:ext uri="{FF2B5EF4-FFF2-40B4-BE49-F238E27FC236}">
                <a16:creationId xmlns:a16="http://schemas.microsoft.com/office/drawing/2014/main" id="{0FA006B9-0B6A-407E-9A89-BEA834F6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002" y="2364239"/>
            <a:ext cx="1073164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返回已保存及各任务状态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初始缓存 → B.3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加工 → B.4；提取 → B.5</a:t>
            </a:r>
          </a:p>
        </p:txBody>
      </p:sp>
      <p:sp>
        <p:nvSpPr>
          <p:cNvPr id="63" name="source-R3ayzwA595rNyHsQEr3VW-410">
            <a:extLst xmlns:a="http://schemas.openxmlformats.org/drawingml/2006/main">
              <a:ext uri="{FF2B5EF4-FFF2-40B4-BE49-F238E27FC236}">
                <a16:creationId xmlns:a16="http://schemas.microsoft.com/office/drawing/2014/main" id="{3D127664-F471-4923-A0A0-F6FC97B7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993" y="2988992"/>
            <a:ext cx="1084984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校验失败 / 同键异内容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返回原因，不创建记忆记录</a:t>
            </a:r>
          </a:p>
        </p:txBody>
      </p:sp>
      <p:sp>
        <p:nvSpPr>
          <p:cNvPr id="64" name="source-ufMaPZXSErrSy7xnddnt_-411">
            <a:extLst xmlns:a="http://schemas.openxmlformats.org/drawingml/2006/main">
              <a:ext uri="{FF2B5EF4-FFF2-40B4-BE49-F238E27FC236}">
                <a16:creationId xmlns:a16="http://schemas.microsoft.com/office/drawing/2014/main" id="{11151FA9-87BC-400A-83DD-38C4868F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754" y="2815918"/>
            <a:ext cx="223838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65" name="source-v6yYWGW6AWCGr9OLjI169-412">
            <a:extLst xmlns:a="http://schemas.openxmlformats.org/drawingml/2006/main">
              <a:ext uri="{FF2B5EF4-FFF2-40B4-BE49-F238E27FC236}">
                <a16:creationId xmlns:a16="http://schemas.microsoft.com/office/drawing/2014/main" id="{86A410D4-8C62-492A-A55B-2539C76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9365" y="2988992"/>
            <a:ext cx="1675967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原文保存 / 元数据提交失败或超时 → B.8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查原操作后补关联，保留原请求与会话序号</a:t>
            </a:r>
          </a:p>
        </p:txBody>
      </p:sp>
      <p:sp>
        <p:nvSpPr>
          <p:cNvPr id="66" name="text-413">
            <a:extLst xmlns:a="http://schemas.openxmlformats.org/drawingml/2006/main">
              <a:ext uri="{FF2B5EF4-FFF2-40B4-BE49-F238E27FC236}">
                <a16:creationId xmlns:a16="http://schemas.microsoft.com/office/drawing/2014/main" id="{EA7BCD77-40BA-4A4F-8087-A66F64D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1981722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text-414">
            <a:extLst xmlns:a="http://schemas.openxmlformats.org/drawingml/2006/main">
              <a:ext uri="{FF2B5EF4-FFF2-40B4-BE49-F238E27FC236}">
                <a16:creationId xmlns:a16="http://schemas.microsoft.com/office/drawing/2014/main" id="{EA048BBA-8CD3-44F0-91F1-9D88E7AC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415">
            <a:extLst xmlns:a="http://schemas.openxmlformats.org/drawingml/2006/main">
              <a:ext uri="{FF2B5EF4-FFF2-40B4-BE49-F238E27FC236}">
                <a16:creationId xmlns:a16="http://schemas.microsoft.com/office/drawing/2014/main" id="{30D9AFDD-C377-4E65-A4CE-F0A624E0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加工与 B.5 事实提取</a:t>
            </a:r>
          </a:p>
        </p:txBody>
      </p:sp>
      <p:sp>
        <p:nvSpPr>
          <p:cNvPr id="3" name="text-416">
            <a:extLst xmlns:a="http://schemas.openxmlformats.org/drawingml/2006/main">
              <a:ext uri="{FF2B5EF4-FFF2-40B4-BE49-F238E27FC236}">
                <a16:creationId xmlns:a16="http://schemas.microsoft.com/office/drawing/2014/main" id="{A33CF593-84C9-4E8D-9D5D-48A8E8D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417">
            <a:extLst xmlns:a="http://schemas.openxmlformats.org/drawingml/2006/main">
              <a:ext uri="{FF2B5EF4-FFF2-40B4-BE49-F238E27FC236}">
                <a16:creationId xmlns:a16="http://schemas.microsoft.com/office/drawing/2014/main" id="{20BA9E6C-E1E0-4BC0-A49C-2DB66329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418">
            <a:extLst xmlns:a="http://schemas.openxmlformats.org/drawingml/2006/main">
              <a:ext uri="{FF2B5EF4-FFF2-40B4-BE49-F238E27FC236}">
                <a16:creationId xmlns:a16="http://schemas.microsoft.com/office/drawing/2014/main" id="{132BE792-643E-4E0E-8A1A-8A6530FA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419">
            <a:extLst xmlns:a="http://schemas.openxmlformats.org/drawingml/2006/main">
              <a:ext uri="{FF2B5EF4-FFF2-40B4-BE49-F238E27FC236}">
                <a16:creationId xmlns:a16="http://schemas.microsoft.com/office/drawing/2014/main" id="{28FE5C14-56C3-4FD6-85F1-01F87B0D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B03 / 12</a:t>
            </a:r>
          </a:p>
        </p:txBody>
      </p:sp>
      <p:sp>
        <p:nvSpPr>
          <p:cNvPr id="7" name="source-remember-complete-0069">
            <a:extLst xmlns:a="http://schemas.openxmlformats.org/drawingml/2006/main">
              <a:ext uri="{FF2B5EF4-FFF2-40B4-BE49-F238E27FC236}">
                <a16:creationId xmlns:a16="http://schemas.microsoft.com/office/drawing/2014/main" id="{9F8EF678-8F72-420E-84F6-A563511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855" y="2107761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8" name="source-remember-complete-0071">
            <a:extLst xmlns:a="http://schemas.openxmlformats.org/drawingml/2006/main">
              <a:ext uri="{FF2B5EF4-FFF2-40B4-BE49-F238E27FC236}">
                <a16:creationId xmlns:a16="http://schemas.microsoft.com/office/drawing/2014/main" id="{9C541A10-C993-487B-A158-D8074B27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0977" y="2107761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9" name="source-remember-complete-0073">
            <a:extLst xmlns:a="http://schemas.openxmlformats.org/drawingml/2006/main">
              <a:ext uri="{FF2B5EF4-FFF2-40B4-BE49-F238E27FC236}">
                <a16:creationId xmlns:a16="http://schemas.microsoft.com/office/drawing/2014/main" id="{02A3A1DA-A3CD-4222-B88D-9B8AB5B9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8098" y="2107761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0" name="source-remember-complete-0075">
            <a:extLst xmlns:a="http://schemas.openxmlformats.org/drawingml/2006/main">
              <a:ext uri="{FF2B5EF4-FFF2-40B4-BE49-F238E27FC236}">
                <a16:creationId xmlns:a16="http://schemas.microsoft.com/office/drawing/2014/main" id="{927594F0-5C1A-4DB6-8FA1-2764501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219" y="2107761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1" name="source-remember-complete-0077">
            <a:extLst xmlns:a="http://schemas.openxmlformats.org/drawingml/2006/main">
              <a:ext uri="{FF2B5EF4-FFF2-40B4-BE49-F238E27FC236}">
                <a16:creationId xmlns:a16="http://schemas.microsoft.com/office/drawing/2014/main" id="{18C8BACF-0ECD-4CBF-8B4E-3B302AB3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340" y="2107761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2" name="source-remember-complete-0083">
            <a:extLst xmlns:a="http://schemas.openxmlformats.org/drawingml/2006/main">
              <a:ext uri="{FF2B5EF4-FFF2-40B4-BE49-F238E27FC236}">
                <a16:creationId xmlns:a16="http://schemas.microsoft.com/office/drawing/2014/main" id="{060D0D98-8BA9-45B5-B815-A3E25A2A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9622" y="2793358"/>
            <a:ext cx="4516877" cy="302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3" name="source-remember-complete-0087">
            <a:extLst xmlns:a="http://schemas.openxmlformats.org/drawingml/2006/main">
              <a:ext uri="{FF2B5EF4-FFF2-40B4-BE49-F238E27FC236}">
                <a16:creationId xmlns:a16="http://schemas.microsoft.com/office/drawing/2014/main" id="{816BCBF0-ED1F-4601-B34E-EB50B54B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172" y="2793358"/>
            <a:ext cx="4839511" cy="302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4" name="source-remember-complete-0093">
            <a:extLst xmlns:a="http://schemas.openxmlformats.org/drawingml/2006/main">
              <a:ext uri="{FF2B5EF4-FFF2-40B4-BE49-F238E27FC236}">
                <a16:creationId xmlns:a16="http://schemas.microsoft.com/office/drawing/2014/main" id="{EEFA8327-33C7-4030-BB71-BC76E9F6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855" y="3519285"/>
            <a:ext cx="1774487" cy="56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5" name="source-remember-complete-0095">
            <a:extLst xmlns:a="http://schemas.openxmlformats.org/drawingml/2006/main">
              <a:ext uri="{FF2B5EF4-FFF2-40B4-BE49-F238E27FC236}">
                <a16:creationId xmlns:a16="http://schemas.microsoft.com/office/drawing/2014/main" id="{562A18FF-1701-446E-A683-D083B7A7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0977" y="3519285"/>
            <a:ext cx="1774487" cy="56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6" name="source-remember-complete-0097">
            <a:extLst xmlns:a="http://schemas.openxmlformats.org/drawingml/2006/main">
              <a:ext uri="{FF2B5EF4-FFF2-40B4-BE49-F238E27FC236}">
                <a16:creationId xmlns:a16="http://schemas.microsoft.com/office/drawing/2014/main" id="{11EB44F9-9CFB-484E-8B16-582B2D6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8098" y="3519285"/>
            <a:ext cx="1774487" cy="56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7" name="source-remember-complete-0099">
            <a:extLst xmlns:a="http://schemas.openxmlformats.org/drawingml/2006/main">
              <a:ext uri="{FF2B5EF4-FFF2-40B4-BE49-F238E27FC236}">
                <a16:creationId xmlns:a16="http://schemas.microsoft.com/office/drawing/2014/main" id="{76BEA385-9D05-4481-BF78-8D7CE49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219" y="3519285"/>
            <a:ext cx="1774487" cy="56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8" name="source-remember-complete-0101">
            <a:extLst xmlns:a="http://schemas.openxmlformats.org/drawingml/2006/main">
              <a:ext uri="{FF2B5EF4-FFF2-40B4-BE49-F238E27FC236}">
                <a16:creationId xmlns:a16="http://schemas.microsoft.com/office/drawing/2014/main" id="{F6822D74-BAF7-46DE-8F22-A8BC4E65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340" y="3519285"/>
            <a:ext cx="1774487" cy="56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19" name="source-remember-complete-0107">
            <a:extLst xmlns:a="http://schemas.openxmlformats.org/drawingml/2006/main">
              <a:ext uri="{FF2B5EF4-FFF2-40B4-BE49-F238E27FC236}">
                <a16:creationId xmlns:a16="http://schemas.microsoft.com/office/drawing/2014/main" id="{F3190380-C05A-4D44-A4DC-EDD7958E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340" y="4446858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20" name="source-remember-complete-0109">
            <a:extLst xmlns:a="http://schemas.openxmlformats.org/drawingml/2006/main">
              <a:ext uri="{FF2B5EF4-FFF2-40B4-BE49-F238E27FC236}">
                <a16:creationId xmlns:a16="http://schemas.microsoft.com/office/drawing/2014/main" id="{5A134924-15B0-4547-ADDE-922EC94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5219" y="4446858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21" name="source-remember-complete-0111">
            <a:extLst xmlns:a="http://schemas.openxmlformats.org/drawingml/2006/main">
              <a:ext uri="{FF2B5EF4-FFF2-40B4-BE49-F238E27FC236}">
                <a16:creationId xmlns:a16="http://schemas.microsoft.com/office/drawing/2014/main" id="{FC3F55AA-A123-49B4-A29F-1CEC001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8098" y="4446858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22" name="source-remember-complete-0113">
            <a:extLst xmlns:a="http://schemas.openxmlformats.org/drawingml/2006/main">
              <a:ext uri="{FF2B5EF4-FFF2-40B4-BE49-F238E27FC236}">
                <a16:creationId xmlns:a16="http://schemas.microsoft.com/office/drawing/2014/main" id="{0AFC82C2-BD78-4263-A6AA-0FA751E7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0977" y="4446858"/>
            <a:ext cx="1774487" cy="451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23" name="source-remember-complete-0119">
            <a:extLst xmlns:a="http://schemas.openxmlformats.org/drawingml/2006/main">
              <a:ext uri="{FF2B5EF4-FFF2-40B4-BE49-F238E27FC236}">
                <a16:creationId xmlns:a16="http://schemas.microsoft.com/office/drawing/2014/main" id="{DBBA4203-EF12-44C6-8046-D86EBEF8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0977" y="5172784"/>
            <a:ext cx="6130047" cy="4839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049">
            <a:solidFill>
              <a:srgbClr val="222222"/>
            </a:solidFill>
          </a:ln>
        </p:spPr>
      </p:sp>
      <p:sp>
        <p:nvSpPr>
          <p:cNvPr id="24" name="source-remember-complete-0079-420">
            <a:extLst xmlns:a="http://schemas.openxmlformats.org/drawingml/2006/main">
              <a:ext uri="{FF2B5EF4-FFF2-40B4-BE49-F238E27FC236}">
                <a16:creationId xmlns:a16="http://schemas.microsoft.com/office/drawing/2014/main" id="{0651A5DF-8B2A-470B-B404-3413774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343" y="2333605"/>
            <a:ext cx="322634" cy="95"/>
          </a:xfrm>
          <a:custGeom xmlns:a="http://schemas.openxmlformats.org/drawingml/2006/main">
            <a:pathLst>
              <a:path w="322634" h="95">
                <a:moveTo>
                  <a:pt x="0" y="0"/>
                </a:moveTo>
                <a:lnTo>
                  <a:pt x="3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25" name="route-421">
            <a:extLst xmlns:a="http://schemas.openxmlformats.org/drawingml/2006/main">
              <a:ext uri="{FF2B5EF4-FFF2-40B4-BE49-F238E27FC236}">
                <a16:creationId xmlns:a16="http://schemas.microsoft.com/office/drawing/2014/main" id="{6847326B-5A85-4FFC-9BCB-C148824E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777" y="229550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26" name="source-remember-complete-0080-422">
            <a:extLst xmlns:a="http://schemas.openxmlformats.org/drawingml/2006/main">
              <a:ext uri="{FF2B5EF4-FFF2-40B4-BE49-F238E27FC236}">
                <a16:creationId xmlns:a16="http://schemas.microsoft.com/office/drawing/2014/main" id="{AC73B2CE-E32B-401C-86E3-CDCB0893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464" y="2333605"/>
            <a:ext cx="322634" cy="95"/>
          </a:xfrm>
          <a:custGeom xmlns:a="http://schemas.openxmlformats.org/drawingml/2006/main">
            <a:pathLst>
              <a:path w="322634" h="95">
                <a:moveTo>
                  <a:pt x="0" y="0"/>
                </a:moveTo>
                <a:lnTo>
                  <a:pt x="3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27" name="route-423">
            <a:extLst xmlns:a="http://schemas.openxmlformats.org/drawingml/2006/main">
              <a:ext uri="{FF2B5EF4-FFF2-40B4-BE49-F238E27FC236}">
                <a16:creationId xmlns:a16="http://schemas.microsoft.com/office/drawing/2014/main" id="{CE2093BF-0D4D-4BBB-91FE-136E2D29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898" y="229550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28" name="source-remember-complete-0081-424">
            <a:extLst xmlns:a="http://schemas.openxmlformats.org/drawingml/2006/main">
              <a:ext uri="{FF2B5EF4-FFF2-40B4-BE49-F238E27FC236}">
                <a16:creationId xmlns:a16="http://schemas.microsoft.com/office/drawing/2014/main" id="{7031D97D-8562-47A1-BAC3-F8710070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585" y="2333605"/>
            <a:ext cx="322634" cy="95"/>
          </a:xfrm>
          <a:custGeom xmlns:a="http://schemas.openxmlformats.org/drawingml/2006/main">
            <a:pathLst>
              <a:path w="322634" h="95">
                <a:moveTo>
                  <a:pt x="0" y="0"/>
                </a:moveTo>
                <a:lnTo>
                  <a:pt x="3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29" name="route-425">
            <a:extLst xmlns:a="http://schemas.openxmlformats.org/drawingml/2006/main">
              <a:ext uri="{FF2B5EF4-FFF2-40B4-BE49-F238E27FC236}">
                <a16:creationId xmlns:a16="http://schemas.microsoft.com/office/drawing/2014/main" id="{65A6A166-6A9D-4D6D-89A3-E615B378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019" y="229550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0" name="source-remember-complete-0082-426">
            <a:extLst xmlns:a="http://schemas.openxmlformats.org/drawingml/2006/main">
              <a:ext uri="{FF2B5EF4-FFF2-40B4-BE49-F238E27FC236}">
                <a16:creationId xmlns:a16="http://schemas.microsoft.com/office/drawing/2014/main" id="{B55600F3-F03E-42DF-8149-0ECD8AC2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706" y="2333605"/>
            <a:ext cx="322634" cy="95"/>
          </a:xfrm>
          <a:custGeom xmlns:a="http://schemas.openxmlformats.org/drawingml/2006/main">
            <a:pathLst>
              <a:path w="322634" h="95">
                <a:moveTo>
                  <a:pt x="0" y="0"/>
                </a:moveTo>
                <a:lnTo>
                  <a:pt x="3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1" name="route-427">
            <a:extLst xmlns:a="http://schemas.openxmlformats.org/drawingml/2006/main">
              <a:ext uri="{FF2B5EF4-FFF2-40B4-BE49-F238E27FC236}">
                <a16:creationId xmlns:a16="http://schemas.microsoft.com/office/drawing/2014/main" id="{8AF1BD4E-22D3-4489-A229-2A45CAC1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140" y="229550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2" name="source-remember-complete-0089-428">
            <a:extLst xmlns:a="http://schemas.openxmlformats.org/drawingml/2006/main">
              <a:ext uri="{FF2B5EF4-FFF2-40B4-BE49-F238E27FC236}">
                <a16:creationId xmlns:a16="http://schemas.microsoft.com/office/drawing/2014/main" id="{8348048F-C9A3-471D-8BB9-D694A344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928" y="2559449"/>
            <a:ext cx="6210705" cy="233910"/>
          </a:xfrm>
          <a:custGeom xmlns:a="http://schemas.openxmlformats.org/drawingml/2006/main">
            <a:pathLst>
              <a:path w="6210705" h="233910">
                <a:moveTo>
                  <a:pt x="6210705" y="0"/>
                </a:moveTo>
                <a:lnTo>
                  <a:pt x="6210705" y="88724"/>
                </a:lnTo>
                <a:lnTo>
                  <a:pt x="0" y="88724"/>
                </a:lnTo>
                <a:lnTo>
                  <a:pt x="0" y="23391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3" name="route-429">
            <a:extLst xmlns:a="http://schemas.openxmlformats.org/drawingml/2006/main">
              <a:ext uri="{FF2B5EF4-FFF2-40B4-BE49-F238E27FC236}">
                <a16:creationId xmlns:a16="http://schemas.microsoft.com/office/drawing/2014/main" id="{C97442B3-E52D-4E44-87A1-A14DBF05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828" y="271715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4" name="source-remember-complete-0103-430">
            <a:extLst xmlns:a="http://schemas.openxmlformats.org/drawingml/2006/main">
              <a:ext uri="{FF2B5EF4-FFF2-40B4-BE49-F238E27FC236}">
                <a16:creationId xmlns:a16="http://schemas.microsoft.com/office/drawing/2014/main" id="{A0AA5DAE-2274-4F30-B0C9-D3B16855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343" y="3801590"/>
            <a:ext cx="322634" cy="95"/>
          </a:xfrm>
          <a:custGeom xmlns:a="http://schemas.openxmlformats.org/drawingml/2006/main">
            <a:pathLst>
              <a:path w="322634" h="95">
                <a:moveTo>
                  <a:pt x="0" y="0"/>
                </a:moveTo>
                <a:lnTo>
                  <a:pt x="3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5" name="route-431">
            <a:extLst xmlns:a="http://schemas.openxmlformats.org/drawingml/2006/main">
              <a:ext uri="{FF2B5EF4-FFF2-40B4-BE49-F238E27FC236}">
                <a16:creationId xmlns:a16="http://schemas.microsoft.com/office/drawing/2014/main" id="{64256A89-7AF2-48FC-A761-C670DD9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777" y="376349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6" name="source-remember-complete-0104-432">
            <a:extLst xmlns:a="http://schemas.openxmlformats.org/drawingml/2006/main">
              <a:ext uri="{FF2B5EF4-FFF2-40B4-BE49-F238E27FC236}">
                <a16:creationId xmlns:a16="http://schemas.microsoft.com/office/drawing/2014/main" id="{7D16A532-D9C7-409D-AC74-EE85F612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653" y="3801646"/>
            <a:ext cx="276255" cy="95"/>
          </a:xfrm>
          <a:custGeom xmlns:a="http://schemas.openxmlformats.org/drawingml/2006/main">
            <a:pathLst>
              <a:path w="276255" h="95">
                <a:moveTo>
                  <a:pt x="0" y="0"/>
                </a:moveTo>
                <a:lnTo>
                  <a:pt x="276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7" name="route-433">
            <a:extLst xmlns:a="http://schemas.openxmlformats.org/drawingml/2006/main">
              <a:ext uri="{FF2B5EF4-FFF2-40B4-BE49-F238E27FC236}">
                <a16:creationId xmlns:a16="http://schemas.microsoft.com/office/drawing/2014/main" id="{A54E286C-ED92-407D-B641-2FCE123F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8709" y="376354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8" name="source-remember-complete-0105-434">
            <a:extLst xmlns:a="http://schemas.openxmlformats.org/drawingml/2006/main">
              <a:ext uri="{FF2B5EF4-FFF2-40B4-BE49-F238E27FC236}">
                <a16:creationId xmlns:a16="http://schemas.microsoft.com/office/drawing/2014/main" id="{A6D54EDF-6329-486E-90AE-9D606D6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774" y="3801646"/>
            <a:ext cx="276255" cy="95"/>
          </a:xfrm>
          <a:custGeom xmlns:a="http://schemas.openxmlformats.org/drawingml/2006/main">
            <a:pathLst>
              <a:path w="276255" h="95">
                <a:moveTo>
                  <a:pt x="0" y="0"/>
                </a:moveTo>
                <a:lnTo>
                  <a:pt x="276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39" name="route-435">
            <a:extLst xmlns:a="http://schemas.openxmlformats.org/drawingml/2006/main">
              <a:ext uri="{FF2B5EF4-FFF2-40B4-BE49-F238E27FC236}">
                <a16:creationId xmlns:a16="http://schemas.microsoft.com/office/drawing/2014/main" id="{FB0F78A3-81A1-4C58-B89B-AF01A8C7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830" y="376354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0" name="source-remember-complete-0106-436">
            <a:extLst xmlns:a="http://schemas.openxmlformats.org/drawingml/2006/main">
              <a:ext uri="{FF2B5EF4-FFF2-40B4-BE49-F238E27FC236}">
                <a16:creationId xmlns:a16="http://schemas.microsoft.com/office/drawing/2014/main" id="{6C2524D4-A38D-48ED-A9EB-84C054D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706" y="3801590"/>
            <a:ext cx="322634" cy="95"/>
          </a:xfrm>
          <a:custGeom xmlns:a="http://schemas.openxmlformats.org/drawingml/2006/main">
            <a:pathLst>
              <a:path w="322634" h="95">
                <a:moveTo>
                  <a:pt x="0" y="0"/>
                </a:moveTo>
                <a:lnTo>
                  <a:pt x="3226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1" name="route-437">
            <a:extLst xmlns:a="http://schemas.openxmlformats.org/drawingml/2006/main">
              <a:ext uri="{FF2B5EF4-FFF2-40B4-BE49-F238E27FC236}">
                <a16:creationId xmlns:a16="http://schemas.microsoft.com/office/drawing/2014/main" id="{AE8FB35A-F83D-4DDC-A9CE-AB08CA44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140" y="376349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2" name="source-remember-complete-0117-438">
            <a:extLst xmlns:a="http://schemas.openxmlformats.org/drawingml/2006/main">
              <a:ext uri="{FF2B5EF4-FFF2-40B4-BE49-F238E27FC236}">
                <a16:creationId xmlns:a16="http://schemas.microsoft.com/office/drawing/2014/main" id="{25ED3650-28ED-428E-9000-C73C4B15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706" y="4672702"/>
            <a:ext cx="322634" cy="95"/>
          </a:xfrm>
          <a:custGeom xmlns:a="http://schemas.openxmlformats.org/drawingml/2006/main">
            <a:pathLst>
              <a:path w="322634" h="95">
                <a:moveTo>
                  <a:pt x="3226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3" name="route-439">
            <a:extLst xmlns:a="http://schemas.openxmlformats.org/drawingml/2006/main">
              <a:ext uri="{FF2B5EF4-FFF2-40B4-BE49-F238E27FC236}">
                <a16:creationId xmlns:a16="http://schemas.microsoft.com/office/drawing/2014/main" id="{B6474E8E-B89A-4531-9E86-8AD907F1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706" y="46346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4" name="source-remember-complete-0118-440">
            <a:extLst xmlns:a="http://schemas.openxmlformats.org/drawingml/2006/main">
              <a:ext uri="{FF2B5EF4-FFF2-40B4-BE49-F238E27FC236}">
                <a16:creationId xmlns:a16="http://schemas.microsoft.com/office/drawing/2014/main" id="{B383D2E2-1371-45E4-9A95-5F157079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464" y="4672702"/>
            <a:ext cx="322634" cy="95"/>
          </a:xfrm>
          <a:custGeom xmlns:a="http://schemas.openxmlformats.org/drawingml/2006/main">
            <a:pathLst>
              <a:path w="322634" h="95">
                <a:moveTo>
                  <a:pt x="3226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5" name="route-441">
            <a:extLst xmlns:a="http://schemas.openxmlformats.org/drawingml/2006/main">
              <a:ext uri="{FF2B5EF4-FFF2-40B4-BE49-F238E27FC236}">
                <a16:creationId xmlns:a16="http://schemas.microsoft.com/office/drawing/2014/main" id="{B9EE1B4A-B8FF-49AC-A37E-CE8AB858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464" y="46346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46" name="source-jMmc9aNGNa5tdj856VFa1-442">
            <a:extLst xmlns:a="http://schemas.openxmlformats.org/drawingml/2006/main">
              <a:ext uri="{FF2B5EF4-FFF2-40B4-BE49-F238E27FC236}">
                <a16:creationId xmlns:a16="http://schemas.microsoft.com/office/drawing/2014/main" id="{7DCE17FC-83D6-4E59-8F65-64154D9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060" y="2559449"/>
            <a:ext cx="1734158" cy="233910"/>
          </a:xfrm>
          <a:custGeom xmlns:a="http://schemas.openxmlformats.org/drawingml/2006/main">
            <a:pathLst>
              <a:path w="1734158" h="233910">
                <a:moveTo>
                  <a:pt x="1734158" y="0"/>
                </a:moveTo>
                <a:lnTo>
                  <a:pt x="1734158" y="161317"/>
                </a:lnTo>
                <a:lnTo>
                  <a:pt x="0" y="161317"/>
                </a:lnTo>
                <a:lnTo>
                  <a:pt x="0" y="23391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47" name="route-443">
            <a:extLst xmlns:a="http://schemas.openxmlformats.org/drawingml/2006/main">
              <a:ext uri="{FF2B5EF4-FFF2-40B4-BE49-F238E27FC236}">
                <a16:creationId xmlns:a16="http://schemas.microsoft.com/office/drawing/2014/main" id="{B10ECCDC-D76F-4752-BD1A-EE55466B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60" y="271715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48" name="source-3dyYIeqVAYnvyW4YtRCTM-444">
            <a:extLst xmlns:a="http://schemas.openxmlformats.org/drawingml/2006/main">
              <a:ext uri="{FF2B5EF4-FFF2-40B4-BE49-F238E27FC236}">
                <a16:creationId xmlns:a16="http://schemas.microsoft.com/office/drawing/2014/main" id="{95AFA8A7-A94D-4162-A45C-FF26D8C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828" y="3801590"/>
            <a:ext cx="161317" cy="871112"/>
          </a:xfrm>
          <a:custGeom xmlns:a="http://schemas.openxmlformats.org/drawingml/2006/main">
            <a:pathLst>
              <a:path w="161317" h="871112">
                <a:moveTo>
                  <a:pt x="0" y="0"/>
                </a:moveTo>
                <a:lnTo>
                  <a:pt x="161317" y="0"/>
                </a:lnTo>
                <a:lnTo>
                  <a:pt x="161317" y="871112"/>
                </a:lnTo>
                <a:lnTo>
                  <a:pt x="0" y="871112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49" name="route-445">
            <a:extLst xmlns:a="http://schemas.openxmlformats.org/drawingml/2006/main">
              <a:ext uri="{FF2B5EF4-FFF2-40B4-BE49-F238E27FC236}">
                <a16:creationId xmlns:a16="http://schemas.microsoft.com/office/drawing/2014/main" id="{7C161B8E-E74D-4A2D-AB15-6BF26833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828" y="463460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50" name="source-ZjyvqouaA2nBhpoVYdYQx-446">
            <a:extLst xmlns:a="http://schemas.openxmlformats.org/drawingml/2006/main">
              <a:ext uri="{FF2B5EF4-FFF2-40B4-BE49-F238E27FC236}">
                <a16:creationId xmlns:a16="http://schemas.microsoft.com/office/drawing/2014/main" id="{58276D29-186E-4D5E-A792-69D379D7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341" y="4245211"/>
            <a:ext cx="4194243" cy="201646"/>
          </a:xfrm>
          <a:custGeom xmlns:a="http://schemas.openxmlformats.org/drawingml/2006/main">
            <a:pathLst>
              <a:path w="4194243" h="201646">
                <a:moveTo>
                  <a:pt x="4194243" y="201646"/>
                </a:moveTo>
                <a:lnTo>
                  <a:pt x="4194243" y="0"/>
                </a:lnTo>
                <a:lnTo>
                  <a:pt x="0" y="0"/>
                </a:lnTo>
                <a:lnTo>
                  <a:pt x="0" y="201646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51" name="route-447">
            <a:extLst xmlns:a="http://schemas.openxmlformats.org/drawingml/2006/main">
              <a:ext uri="{FF2B5EF4-FFF2-40B4-BE49-F238E27FC236}">
                <a16:creationId xmlns:a16="http://schemas.microsoft.com/office/drawing/2014/main" id="{863C050C-E488-4C45-B8D5-519264F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241" y="437065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222222"/>
            </a:solidFill>
            <a:prstDash val="solid"/>
          </a:ln>
        </p:spPr>
      </p:sp>
      <p:sp>
        <p:nvSpPr>
          <p:cNvPr id="52" name="source-4GLHQPzTt1YPpGpush1B6-448">
            <a:extLst xmlns:a="http://schemas.openxmlformats.org/drawingml/2006/main">
              <a:ext uri="{FF2B5EF4-FFF2-40B4-BE49-F238E27FC236}">
                <a16:creationId xmlns:a16="http://schemas.microsoft.com/office/drawing/2014/main" id="{9DD66AC2-829E-485F-8F6C-DD22A138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463" y="4898545"/>
            <a:ext cx="95" cy="274239"/>
          </a:xfrm>
          <a:custGeom xmlns:a="http://schemas.openxmlformats.org/drawingml/2006/main">
            <a:pathLst>
              <a:path w="95" h="274239">
                <a:moveTo>
                  <a:pt x="0" y="0"/>
                </a:moveTo>
                <a:lnTo>
                  <a:pt x="0" y="274239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53" name="route-449">
            <a:extLst xmlns:a="http://schemas.openxmlformats.org/drawingml/2006/main">
              <a:ext uri="{FF2B5EF4-FFF2-40B4-BE49-F238E27FC236}">
                <a16:creationId xmlns:a16="http://schemas.microsoft.com/office/drawing/2014/main" id="{D5AC14C1-CECD-41D3-906E-DEE271D0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63" y="5096584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54" name="source-rj6ZFGLel8QflQMVEQlih-450">
            <a:extLst xmlns:a="http://schemas.openxmlformats.org/drawingml/2006/main">
              <a:ext uri="{FF2B5EF4-FFF2-40B4-BE49-F238E27FC236}">
                <a16:creationId xmlns:a16="http://schemas.microsoft.com/office/drawing/2014/main" id="{3ED38242-D9C9-45B0-97AA-EA0B6072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8220" y="4898545"/>
            <a:ext cx="95" cy="274239"/>
          </a:xfrm>
          <a:custGeom xmlns:a="http://schemas.openxmlformats.org/drawingml/2006/main">
            <a:pathLst>
              <a:path w="95" h="274239">
                <a:moveTo>
                  <a:pt x="0" y="0"/>
                </a:moveTo>
                <a:lnTo>
                  <a:pt x="0" y="274239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55" name="route-451">
            <a:extLst xmlns:a="http://schemas.openxmlformats.org/drawingml/2006/main">
              <a:ext uri="{FF2B5EF4-FFF2-40B4-BE49-F238E27FC236}">
                <a16:creationId xmlns:a16="http://schemas.microsoft.com/office/drawing/2014/main" id="{28C0EB04-521F-43AB-8176-978D994D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120" y="5096584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049">
            <a:solidFill>
              <a:srgbClr val="1E1E1E"/>
            </a:solidFill>
            <a:prstDash val="solid"/>
          </a:ln>
        </p:spPr>
      </p:sp>
      <p:sp>
        <p:nvSpPr>
          <p:cNvPr id="56" name="source-remember-complete-0068-452">
            <a:extLst xmlns:a="http://schemas.openxmlformats.org/drawingml/2006/main">
              <a:ext uri="{FF2B5EF4-FFF2-40B4-BE49-F238E27FC236}">
                <a16:creationId xmlns:a16="http://schemas.microsoft.com/office/drawing/2014/main" id="{1DB5032B-6186-4BA9-A53A-BB4A3FC6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97" y="1930312"/>
            <a:ext cx="2316703" cy="153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9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9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B.4 · 后台加工｜大文本分段，压缩与摘要按任务目的执行</a:t>
            </a:r>
          </a:p>
        </p:txBody>
      </p:sp>
      <p:sp>
        <p:nvSpPr>
          <p:cNvPr id="57" name="source-remember-complete-0070-453">
            <a:extLst xmlns:a="http://schemas.openxmlformats.org/drawingml/2006/main">
              <a:ext uri="{FF2B5EF4-FFF2-40B4-BE49-F238E27FC236}">
                <a16:creationId xmlns:a16="http://schemas.microsoft.com/office/drawing/2014/main" id="{FB243B00-EB95-43DA-8382-207CA28F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489" y="2176321"/>
            <a:ext cx="1167319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判断加工需求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超过长度／模型预算 → 后台；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否则原文供 B.5 使用。</a:t>
            </a:r>
          </a:p>
        </p:txBody>
      </p:sp>
      <p:sp>
        <p:nvSpPr>
          <p:cNvPr id="58" name="source-remember-complete-0072-454">
            <a:extLst xmlns:a="http://schemas.openxmlformats.org/drawingml/2006/main">
              <a:ext uri="{FF2B5EF4-FFF2-40B4-BE49-F238E27FC236}">
                <a16:creationId xmlns:a16="http://schemas.microsoft.com/office/drawing/2014/main" id="{7E39271E-7745-4151-8DCA-163BF85A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808" y="2176321"/>
            <a:ext cx="1118924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持久化 Task + Outbox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绑定来源、目标版本及幂等键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提交后返回任务已受理</a:t>
            </a:r>
          </a:p>
        </p:txBody>
      </p:sp>
      <p:sp>
        <p:nvSpPr>
          <p:cNvPr id="59" name="source-remember-complete-0074-455">
            <a:extLst xmlns:a="http://schemas.openxmlformats.org/drawingml/2006/main">
              <a:ext uri="{FF2B5EF4-FFF2-40B4-BE49-F238E27FC236}">
                <a16:creationId xmlns:a16="http://schemas.microsoft.com/office/drawing/2014/main" id="{F0D7F5EC-C6D3-4B1C-BC17-1A6EFF95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259" y="2176321"/>
            <a:ext cx="1038266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确认式派发到持久队列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Worker 领取租约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读取来源，保存分段检查点</a:t>
            </a:r>
          </a:p>
        </p:txBody>
      </p:sp>
      <p:sp>
        <p:nvSpPr>
          <p:cNvPr id="60" name="source-remember-complete-0076-456">
            <a:extLst xmlns:a="http://schemas.openxmlformats.org/drawingml/2006/main">
              <a:ext uri="{FF2B5EF4-FFF2-40B4-BE49-F238E27FC236}">
                <a16:creationId xmlns:a16="http://schemas.microsoft.com/office/drawing/2014/main" id="{F7DC5240-00E4-4D9B-845A-FE44ED85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392" y="2176321"/>
            <a:ext cx="1280241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执行压缩 / 摘要任务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压缩保留实体、数值、否定与条件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摘要形成概览，标记表示类型</a:t>
            </a:r>
          </a:p>
        </p:txBody>
      </p:sp>
      <p:sp>
        <p:nvSpPr>
          <p:cNvPr id="61" name="source-remember-complete-0078-457">
            <a:extLst xmlns:a="http://schemas.openxmlformats.org/drawingml/2006/main">
              <a:ext uri="{FF2B5EF4-FFF2-40B4-BE49-F238E27FC236}">
                <a16:creationId xmlns:a16="http://schemas.microsoft.com/office/drawing/2014/main" id="{8C2D8EFC-8805-4E01-817D-A7D1312F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435" y="2176321"/>
            <a:ext cx="1054397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验收质量、来源版本与代次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压缩按同批正文核算 ≥5X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通过 → 发布；失败 → 原文</a:t>
            </a:r>
          </a:p>
        </p:txBody>
      </p:sp>
      <p:sp>
        <p:nvSpPr>
          <p:cNvPr id="62" name="source-remember-complete-0084-458">
            <a:extLst xmlns:a="http://schemas.openxmlformats.org/drawingml/2006/main">
              <a:ext uri="{FF2B5EF4-FFF2-40B4-BE49-F238E27FC236}">
                <a16:creationId xmlns:a16="http://schemas.microsoft.com/office/drawing/2014/main" id="{F19F63D8-EE7F-402A-9462-84F76F79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9592" y="2839737"/>
            <a:ext cx="1615037" cy="24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先存派生文本，再条件发布 ArtifactRecord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供 B.5 复用；任务结果提交后 Ack</a:t>
            </a:r>
          </a:p>
        </p:txBody>
      </p:sp>
      <p:sp>
        <p:nvSpPr>
          <p:cNvPr id="63" name="source-remember-complete-0086-459">
            <a:extLst xmlns:a="http://schemas.openxmlformats.org/drawingml/2006/main">
              <a:ext uri="{FF2B5EF4-FFF2-40B4-BE49-F238E27FC236}">
                <a16:creationId xmlns:a16="http://schemas.microsoft.com/office/drawing/2014/main" id="{D3EFB448-9D11-4053-A314-AF11EB2A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877" y="2591712"/>
            <a:ext cx="215549" cy="13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64" name="source-remember-complete-0088-460">
            <a:extLst xmlns:a="http://schemas.openxmlformats.org/drawingml/2006/main">
              <a:ext uri="{FF2B5EF4-FFF2-40B4-BE49-F238E27FC236}">
                <a16:creationId xmlns:a16="http://schemas.microsoft.com/office/drawing/2014/main" id="{B921DE66-1DB5-4152-8201-C3507B0A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779" y="2839737"/>
            <a:ext cx="2048110" cy="24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加工失败 → B.8 重试；质量不通过 → B.5 读原文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仅摘要不按压缩验收；派生物不直接送 Recall 或向量库</a:t>
            </a:r>
          </a:p>
        </p:txBody>
      </p:sp>
      <p:sp>
        <p:nvSpPr>
          <p:cNvPr id="65" name="source-remember-complete-0090-461">
            <a:extLst xmlns:a="http://schemas.openxmlformats.org/drawingml/2006/main">
              <a:ext uri="{FF2B5EF4-FFF2-40B4-BE49-F238E27FC236}">
                <a16:creationId xmlns:a16="http://schemas.microsoft.com/office/drawing/2014/main" id="{0D8DC0D5-CBF4-440D-A917-62213E6A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2501" y="2672370"/>
            <a:ext cx="288141" cy="132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不通过</a:t>
            </a:r>
          </a:p>
        </p:txBody>
      </p:sp>
      <p:sp>
        <p:nvSpPr>
          <p:cNvPr id="66" name="source-remember-complete-0092-462">
            <a:extLst xmlns:a="http://schemas.openxmlformats.org/drawingml/2006/main">
              <a:ext uri="{FF2B5EF4-FFF2-40B4-BE49-F238E27FC236}">
                <a16:creationId xmlns:a16="http://schemas.microsoft.com/office/drawing/2014/main" id="{CC60A115-0C85-44CB-A759-9F4CB69B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97" y="3321671"/>
            <a:ext cx="3328967" cy="1534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9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9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B.5 · LangMem 提取｜Working 形成 Episodic；已有 Episodic 也可参与事实提炼</a:t>
            </a:r>
          </a:p>
        </p:txBody>
      </p:sp>
      <p:sp>
        <p:nvSpPr>
          <p:cNvPr id="67" name="source-remember-complete-0094-463">
            <a:extLst xmlns:a="http://schemas.openxmlformats.org/drawingml/2006/main">
              <a:ext uri="{FF2B5EF4-FFF2-40B4-BE49-F238E27FC236}">
                <a16:creationId xmlns:a16="http://schemas.microsoft.com/office/drawing/2014/main" id="{47B3CBFE-A340-4841-B697-CEA08DC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11" y="3644306"/>
            <a:ext cx="1602875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触发与确定范围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显式记忆、阶段结束或批次／时间策略触发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确定本次新增内容范围与来源版本</a:t>
            </a:r>
          </a:p>
        </p:txBody>
      </p:sp>
      <p:sp>
        <p:nvSpPr>
          <p:cNvPr id="68" name="source-remember-complete-0096-464">
            <a:extLst xmlns:a="http://schemas.openxmlformats.org/drawingml/2006/main">
              <a:ext uri="{FF2B5EF4-FFF2-40B4-BE49-F238E27FC236}">
                <a16:creationId xmlns:a16="http://schemas.microsoft.com/office/drawing/2014/main" id="{4EBE8978-BA73-4E11-80FD-A7BED483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162" y="3591878"/>
            <a:ext cx="1522217" cy="457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准备提取材料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读取 Working 对应正文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长内容复用合格材料，缺失细节读取原文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保留来源标识、版本与位置</a:t>
            </a:r>
          </a:p>
        </p:txBody>
      </p:sp>
      <p:sp>
        <p:nvSpPr>
          <p:cNvPr id="69" name="source-remember-complete-0098-465">
            <a:extLst xmlns:a="http://schemas.openxmlformats.org/drawingml/2006/main">
              <a:ext uri="{FF2B5EF4-FFF2-40B4-BE49-F238E27FC236}">
                <a16:creationId xmlns:a16="http://schemas.microsoft.com/office/drawing/2014/main" id="{22D1C73C-9A58-491C-9090-9E6C8B7B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29" y="3644306"/>
            <a:ext cx="1118924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检索同 Scope 的相关旧记忆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准备现有事件、事实与来源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固定来源范围与提取策略版本</a:t>
            </a:r>
          </a:p>
        </p:txBody>
      </p:sp>
      <p:sp>
        <p:nvSpPr>
          <p:cNvPr id="70" name="source-remember-complete-0100-466">
            <a:extLst xmlns:a="http://schemas.openxmlformats.org/drawingml/2006/main">
              <a:ext uri="{FF2B5EF4-FFF2-40B4-BE49-F238E27FC236}">
                <a16:creationId xmlns:a16="http://schemas.microsoft.com/office/drawing/2014/main" id="{4A886DED-C4B4-440C-986F-7AC491D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636" y="3644306"/>
            <a:ext cx="1457753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LangMem create_memory_manager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输入消息、旧记忆和 Schema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LLM 生成抽取 / 更新建议</a:t>
            </a:r>
          </a:p>
        </p:txBody>
      </p:sp>
      <p:sp>
        <p:nvSpPr>
          <p:cNvPr id="71" name="source-remember-complete-0102-467">
            <a:extLst xmlns:a="http://schemas.openxmlformats.org/drawingml/2006/main">
              <a:ext uri="{FF2B5EF4-FFF2-40B4-BE49-F238E27FC236}">
                <a16:creationId xmlns:a16="http://schemas.microsoft.com/office/drawing/2014/main" id="{52C1E1FE-8DEA-4C04-AB96-879555B4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4810" y="3644306"/>
            <a:ext cx="1207648" cy="352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结构化候选：零条 / 一条 / 多条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保留证据与被更新目标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零条 → 提交水位，结束本批</a:t>
            </a:r>
          </a:p>
        </p:txBody>
      </p:sp>
      <p:sp>
        <p:nvSpPr>
          <p:cNvPr id="72" name="source-remember-complete-0108-468">
            <a:extLst xmlns:a="http://schemas.openxmlformats.org/drawingml/2006/main">
              <a:ext uri="{FF2B5EF4-FFF2-40B4-BE49-F238E27FC236}">
                <a16:creationId xmlns:a16="http://schemas.microsoft.com/office/drawing/2014/main" id="{27843C64-20DD-42AC-97F2-1AA60DED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831" y="4567845"/>
            <a:ext cx="957607" cy="24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Episodic 候选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事件、时间、经过与结果</a:t>
            </a:r>
          </a:p>
        </p:txBody>
      </p:sp>
      <p:sp>
        <p:nvSpPr>
          <p:cNvPr id="73" name="source-remember-complete-0110-469">
            <a:extLst xmlns:a="http://schemas.openxmlformats.org/drawingml/2006/main">
              <a:ext uri="{FF2B5EF4-FFF2-40B4-BE49-F238E27FC236}">
                <a16:creationId xmlns:a16="http://schemas.microsoft.com/office/drawing/2014/main" id="{FD3F3B31-078E-48D5-97FE-87685AF0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734" y="4567845"/>
            <a:ext cx="1441558" cy="24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Remember 校验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事件边界、来源、重复及新旧事件关系</a:t>
            </a:r>
          </a:p>
        </p:txBody>
      </p:sp>
      <p:sp>
        <p:nvSpPr>
          <p:cNvPr id="74" name="source-remember-complete-0112-470">
            <a:extLst xmlns:a="http://schemas.openxmlformats.org/drawingml/2006/main">
              <a:ext uri="{FF2B5EF4-FFF2-40B4-BE49-F238E27FC236}">
                <a16:creationId xmlns:a16="http://schemas.microsoft.com/office/drawing/2014/main" id="{24812960-784B-4867-90E9-C0BDB666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242" y="4567845"/>
            <a:ext cx="1042298" cy="24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Semantic 候选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事实 / 偏好、条件与有效期</a:t>
            </a:r>
          </a:p>
        </p:txBody>
      </p:sp>
      <p:sp>
        <p:nvSpPr>
          <p:cNvPr id="75" name="source-remember-complete-0114-471">
            <a:extLst xmlns:a="http://schemas.openxmlformats.org/drawingml/2006/main">
              <a:ext uri="{FF2B5EF4-FFF2-40B4-BE49-F238E27FC236}">
                <a16:creationId xmlns:a16="http://schemas.microsoft.com/office/drawing/2014/main" id="{89F60B1D-F08B-48C3-A097-50EC9FF2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820" y="4567845"/>
            <a:ext cx="1360900" cy="24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Remember 校验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证据、范围、时效、冲突及替代关系</a:t>
            </a:r>
          </a:p>
        </p:txBody>
      </p:sp>
      <p:sp>
        <p:nvSpPr>
          <p:cNvPr id="76" name="source-remember-complete-0120-472">
            <a:extLst xmlns:a="http://schemas.openxmlformats.org/drawingml/2006/main">
              <a:ext uri="{FF2B5EF4-FFF2-40B4-BE49-F238E27FC236}">
                <a16:creationId xmlns:a16="http://schemas.microsoft.com/office/drawing/2014/main" id="{556422EB-1B7C-4E13-96D9-CB8889B8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637" y="5205048"/>
            <a:ext cx="2086826" cy="457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提交正式记忆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新事实创建新 ID；既有记忆更新生成新版本。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保存正文、证据和关系，同步登记所需索引／通知待办。</a:t>
            </a:r>
          </a:p>
          <a:p xmlns:a="http://schemas.openxmlformats.org/drawingml/2006/main">
            <a:pPr algn="l">
              <a:def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提交前检查目标版本与权限；成功后进入 B.6。</a:t>
            </a:r>
          </a:p>
        </p:txBody>
      </p:sp>
      <p:sp>
        <p:nvSpPr>
          <p:cNvPr id="77" name="text-473">
            <a:extLst xmlns:a="http://schemas.openxmlformats.org/drawingml/2006/main">
              <a:ext uri="{FF2B5EF4-FFF2-40B4-BE49-F238E27FC236}">
                <a16:creationId xmlns:a16="http://schemas.microsoft.com/office/drawing/2014/main" id="{3868CC07-370E-4CCA-A584-37D4AFDD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原图 LangMem 为设计参考；当前统一入口采用 JSON 模型协议适配</a:t>
            </a:r>
          </a:p>
        </p:txBody>
      </p:sp>
    </p:spTree>
    <p:extLst>
      <p:ext uri="{BB962C8B-B14F-4D97-AF65-F5344CB8AC3E}">
        <p14:creationId xmlns:p14="http://schemas.microsoft.com/office/powerpoint/2010/main" val="1739641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ext-474">
            <a:extLst xmlns:a="http://schemas.openxmlformats.org/drawingml/2006/main">
              <a:ext uri="{FF2B5EF4-FFF2-40B4-BE49-F238E27FC236}">
                <a16:creationId xmlns:a16="http://schemas.microsoft.com/office/drawing/2014/main" id="{48DE2823-9A22-4534-8265-F407C85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475">
            <a:extLst xmlns:a="http://schemas.openxmlformats.org/drawingml/2006/main">
              <a:ext uri="{FF2B5EF4-FFF2-40B4-BE49-F238E27FC236}">
                <a16:creationId xmlns:a16="http://schemas.microsoft.com/office/drawing/2014/main" id="{125C06F7-23F1-49EC-82AD-6D156D6B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长期索引与 B.7 生命周期</a:t>
            </a:r>
          </a:p>
        </p:txBody>
      </p:sp>
      <p:sp>
        <p:nvSpPr>
          <p:cNvPr id="3" name="text-476">
            <a:extLst xmlns:a="http://schemas.openxmlformats.org/drawingml/2006/main">
              <a:ext uri="{FF2B5EF4-FFF2-40B4-BE49-F238E27FC236}">
                <a16:creationId xmlns:a16="http://schemas.microsoft.com/office/drawing/2014/main" id="{6AB3D746-DB82-4F3C-A1DB-A8ECAEA4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477">
            <a:extLst xmlns:a="http://schemas.openxmlformats.org/drawingml/2006/main">
              <a:ext uri="{FF2B5EF4-FFF2-40B4-BE49-F238E27FC236}">
                <a16:creationId xmlns:a16="http://schemas.microsoft.com/office/drawing/2014/main" id="{947E41D8-4AF2-41C3-A15D-47FE7078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478">
            <a:extLst xmlns:a="http://schemas.openxmlformats.org/drawingml/2006/main">
              <a:ext uri="{FF2B5EF4-FFF2-40B4-BE49-F238E27FC236}">
                <a16:creationId xmlns:a16="http://schemas.microsoft.com/office/drawing/2014/main" id="{095A7360-4DF2-4A60-8519-242B922A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479">
            <a:extLst xmlns:a="http://schemas.openxmlformats.org/drawingml/2006/main">
              <a:ext uri="{FF2B5EF4-FFF2-40B4-BE49-F238E27FC236}">
                <a16:creationId xmlns:a16="http://schemas.microsoft.com/office/drawing/2014/main" id="{897D01B9-399A-46FE-A74D-B4591AFC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B04 / 12</a:t>
            </a:r>
          </a:p>
        </p:txBody>
      </p:sp>
      <p:sp>
        <p:nvSpPr>
          <p:cNvPr id="7" name="source-remember-complete-0149">
            <a:extLst xmlns:a="http://schemas.openxmlformats.org/drawingml/2006/main">
              <a:ext uri="{FF2B5EF4-FFF2-40B4-BE49-F238E27FC236}">
                <a16:creationId xmlns:a16="http://schemas.microsoft.com/office/drawing/2014/main" id="{4FB82ADB-9C98-49B1-AC0E-DD945B63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3781425"/>
            <a:ext cx="11080930" cy="13508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remember-complete-0151">
            <a:extLst xmlns:a="http://schemas.openxmlformats.org/drawingml/2006/main">
              <a:ext uri="{FF2B5EF4-FFF2-40B4-BE49-F238E27FC236}">
                <a16:creationId xmlns:a16="http://schemas.microsoft.com/office/drawing/2014/main" id="{F3B8A922-B682-4CE8-8754-24DD5C56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4034703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9" name="source-remember-complete-0153">
            <a:extLst xmlns:a="http://schemas.openxmlformats.org/drawingml/2006/main">
              <a:ext uri="{FF2B5EF4-FFF2-40B4-BE49-F238E27FC236}">
                <a16:creationId xmlns:a16="http://schemas.microsoft.com/office/drawing/2014/main" id="{E49576F2-1773-4ACF-99E5-F6BB946B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034703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remember-complete-0155">
            <a:extLst xmlns:a="http://schemas.openxmlformats.org/drawingml/2006/main">
              <a:ext uri="{FF2B5EF4-FFF2-40B4-BE49-F238E27FC236}">
                <a16:creationId xmlns:a16="http://schemas.microsoft.com/office/drawing/2014/main" id="{DB12D564-B4AC-41A9-9771-B867D3C7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4034703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remember-complete-0157">
            <a:extLst xmlns:a="http://schemas.openxmlformats.org/drawingml/2006/main">
              <a:ext uri="{FF2B5EF4-FFF2-40B4-BE49-F238E27FC236}">
                <a16:creationId xmlns:a16="http://schemas.microsoft.com/office/drawing/2014/main" id="{69F7A3C0-F6EC-4091-BA5E-002A45A4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034703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remember-complete-0159">
            <a:extLst xmlns:a="http://schemas.openxmlformats.org/drawingml/2006/main">
              <a:ext uri="{FF2B5EF4-FFF2-40B4-BE49-F238E27FC236}">
                <a16:creationId xmlns:a16="http://schemas.microsoft.com/office/drawing/2014/main" id="{8DF750BB-D71C-4AC9-AE5A-6CFD0AD4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4034703"/>
            <a:ext cx="1857375" cy="4727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remember-complete-0165">
            <a:extLst xmlns:a="http://schemas.openxmlformats.org/drawingml/2006/main">
              <a:ext uri="{FF2B5EF4-FFF2-40B4-BE49-F238E27FC236}">
                <a16:creationId xmlns:a16="http://schemas.microsoft.com/office/drawing/2014/main" id="{8D9A1353-DC69-49A7-8788-9FF5719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580" y="4752326"/>
            <a:ext cx="5065568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remember-complete-0167">
            <a:extLst xmlns:a="http://schemas.openxmlformats.org/drawingml/2006/main">
              <a:ext uri="{FF2B5EF4-FFF2-40B4-BE49-F238E27FC236}">
                <a16:creationId xmlns:a16="http://schemas.microsoft.com/office/drawing/2014/main" id="{AAE2E394-5147-4D4B-A7D4-0128B664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344" y="4752326"/>
            <a:ext cx="4727864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rc26-index">
            <a:extLst xmlns:a="http://schemas.openxmlformats.org/drawingml/2006/main">
              <a:ext uri="{FF2B5EF4-FFF2-40B4-BE49-F238E27FC236}">
                <a16:creationId xmlns:a16="http://schemas.microsoft.com/office/drawing/2014/main" id="{A0E03E40-17A3-4FFF-BCB0-AB77568C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2409500"/>
            <a:ext cx="11080930" cy="12874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16" name="source-rc26-index-body">
            <a:extLst xmlns:a="http://schemas.openxmlformats.org/drawingml/2006/main">
              <a:ext uri="{FF2B5EF4-FFF2-40B4-BE49-F238E27FC236}">
                <a16:creationId xmlns:a16="http://schemas.microsoft.com/office/drawing/2014/main" id="{D4E3BF87-27C9-4127-9AF7-F3A61C94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2683885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7" name="source-rc26-index-embed">
            <a:extLst xmlns:a="http://schemas.openxmlformats.org/drawingml/2006/main">
              <a:ext uri="{FF2B5EF4-FFF2-40B4-BE49-F238E27FC236}">
                <a16:creationId xmlns:a16="http://schemas.microsoft.com/office/drawing/2014/main" id="{9DBBA295-5331-4C83-800E-E6259EE1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2683885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8" name="source-rc26-index-write">
            <a:extLst xmlns:a="http://schemas.openxmlformats.org/drawingml/2006/main">
              <a:ext uri="{FF2B5EF4-FFF2-40B4-BE49-F238E27FC236}">
                <a16:creationId xmlns:a16="http://schemas.microsoft.com/office/drawing/2014/main" id="{50E07795-FE95-4F91-93B4-B2FD178B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2683885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9" name="source-rc26-index-ready">
            <a:extLst xmlns:a="http://schemas.openxmlformats.org/drawingml/2006/main">
              <a:ext uri="{FF2B5EF4-FFF2-40B4-BE49-F238E27FC236}">
                <a16:creationId xmlns:a16="http://schemas.microsoft.com/office/drawing/2014/main" id="{FEB07278-A425-4C11-991C-06D472CA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2683885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0" name="source-rc26-index-recall">
            <a:extLst xmlns:a="http://schemas.openxmlformats.org/drawingml/2006/main">
              <a:ext uri="{FF2B5EF4-FFF2-40B4-BE49-F238E27FC236}">
                <a16:creationId xmlns:a16="http://schemas.microsoft.com/office/drawing/2014/main" id="{5AED45A5-5A8C-4F66-A5D8-35172EC5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2683885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1" name="source-rc26-index-fault">
            <a:extLst xmlns:a="http://schemas.openxmlformats.org/drawingml/2006/main">
              <a:ext uri="{FF2B5EF4-FFF2-40B4-BE49-F238E27FC236}">
                <a16:creationId xmlns:a16="http://schemas.microsoft.com/office/drawing/2014/main" id="{077C117D-7FD5-49C0-B063-BFBF6B1A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4693" y="3359294"/>
            <a:ext cx="8653679" cy="274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2" name="source-remember-complete-0161-480">
            <a:extLst xmlns:a="http://schemas.openxmlformats.org/drawingml/2006/main">
              <a:ext uri="{FF2B5EF4-FFF2-40B4-BE49-F238E27FC236}">
                <a16:creationId xmlns:a16="http://schemas.microsoft.com/office/drawing/2014/main" id="{5AF87F08-C2B0-4B04-B470-410D140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4271097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3" name="route-481">
            <a:extLst xmlns:a="http://schemas.openxmlformats.org/drawingml/2006/main">
              <a:ext uri="{FF2B5EF4-FFF2-40B4-BE49-F238E27FC236}">
                <a16:creationId xmlns:a16="http://schemas.microsoft.com/office/drawing/2014/main" id="{05755C09-7D7F-490A-9BA4-DB4BC08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4232997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4" name="source-remember-complete-0162-482">
            <a:extLst xmlns:a="http://schemas.openxmlformats.org/drawingml/2006/main">
              <a:ext uri="{FF2B5EF4-FFF2-40B4-BE49-F238E27FC236}">
                <a16:creationId xmlns:a16="http://schemas.microsoft.com/office/drawing/2014/main" id="{AAD50ACE-1577-4CB9-9038-1FE3FEE4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4271097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5" name="route-483">
            <a:extLst xmlns:a="http://schemas.openxmlformats.org/drawingml/2006/main">
              <a:ext uri="{FF2B5EF4-FFF2-40B4-BE49-F238E27FC236}">
                <a16:creationId xmlns:a16="http://schemas.microsoft.com/office/drawing/2014/main" id="{FF613130-3AA3-482E-91A1-46BD23C0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4232997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6" name="source-remember-complete-0163-484">
            <a:extLst xmlns:a="http://schemas.openxmlformats.org/drawingml/2006/main">
              <a:ext uri="{FF2B5EF4-FFF2-40B4-BE49-F238E27FC236}">
                <a16:creationId xmlns:a16="http://schemas.microsoft.com/office/drawing/2014/main" id="{0EEFE769-C85D-448E-BD93-1CCE9F50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4271097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7" name="route-485">
            <a:extLst xmlns:a="http://schemas.openxmlformats.org/drawingml/2006/main">
              <a:ext uri="{FF2B5EF4-FFF2-40B4-BE49-F238E27FC236}">
                <a16:creationId xmlns:a16="http://schemas.microsoft.com/office/drawing/2014/main" id="{2CD0EDC6-3313-4285-933C-9F491315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4232997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8" name="source-remember-complete-0164-486">
            <a:extLst xmlns:a="http://schemas.openxmlformats.org/drawingml/2006/main">
              <a:ext uri="{FF2B5EF4-FFF2-40B4-BE49-F238E27FC236}">
                <a16:creationId xmlns:a16="http://schemas.microsoft.com/office/drawing/2014/main" id="{E22680F0-CCD2-4056-9583-81964B02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271097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29" name="route-487">
            <a:extLst xmlns:a="http://schemas.openxmlformats.org/drawingml/2006/main">
              <a:ext uri="{FF2B5EF4-FFF2-40B4-BE49-F238E27FC236}">
                <a16:creationId xmlns:a16="http://schemas.microsoft.com/office/drawing/2014/main" id="{04BEE9CA-17CA-42C4-82FE-3E2575F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4232997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6332">
            <a:solidFill>
              <a:srgbClr val="222222"/>
            </a:solidFill>
            <a:prstDash val="solid"/>
          </a:ln>
        </p:spPr>
      </p:sp>
      <p:sp>
        <p:nvSpPr>
          <p:cNvPr id="30" name="source-rc26-edge-68-488">
            <a:extLst xmlns:a="http://schemas.openxmlformats.org/drawingml/2006/main">
              <a:ext uri="{FF2B5EF4-FFF2-40B4-BE49-F238E27FC236}">
                <a16:creationId xmlns:a16="http://schemas.microsoft.com/office/drawing/2014/main" id="{1D8F545E-A336-46B8-BBC0-306BF8E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292872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1" name="route-489">
            <a:extLst xmlns:a="http://schemas.openxmlformats.org/drawingml/2006/main">
              <a:ext uri="{FF2B5EF4-FFF2-40B4-BE49-F238E27FC236}">
                <a16:creationId xmlns:a16="http://schemas.microsoft.com/office/drawing/2014/main" id="{DC4E2855-112A-4EB4-AE65-F127AEDF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289062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2" name="source-rc26-edge-69-490">
            <a:extLst xmlns:a="http://schemas.openxmlformats.org/drawingml/2006/main">
              <a:ext uri="{FF2B5EF4-FFF2-40B4-BE49-F238E27FC236}">
                <a16:creationId xmlns:a16="http://schemas.microsoft.com/office/drawing/2014/main" id="{A245D2EE-1786-44FA-93CB-2F318BFB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292872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3" name="route-491">
            <a:extLst xmlns:a="http://schemas.openxmlformats.org/drawingml/2006/main">
              <a:ext uri="{FF2B5EF4-FFF2-40B4-BE49-F238E27FC236}">
                <a16:creationId xmlns:a16="http://schemas.microsoft.com/office/drawing/2014/main" id="{58804416-5E18-4DB7-AA2E-A474AB8F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289062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4" name="source-rc26-edge-70-492">
            <a:extLst xmlns:a="http://schemas.openxmlformats.org/drawingml/2006/main">
              <a:ext uri="{FF2B5EF4-FFF2-40B4-BE49-F238E27FC236}">
                <a16:creationId xmlns:a16="http://schemas.microsoft.com/office/drawing/2014/main" id="{30EE1155-E481-46A4-9CA6-E778FB0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292872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5" name="route-493">
            <a:extLst xmlns:a="http://schemas.openxmlformats.org/drawingml/2006/main">
              <a:ext uri="{FF2B5EF4-FFF2-40B4-BE49-F238E27FC236}">
                <a16:creationId xmlns:a16="http://schemas.microsoft.com/office/drawing/2014/main" id="{980949D1-11C2-4960-9BE3-349D787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289062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6" name="source-rc26-edge-71-494">
            <a:extLst xmlns:a="http://schemas.openxmlformats.org/drawingml/2006/main">
              <a:ext uri="{FF2B5EF4-FFF2-40B4-BE49-F238E27FC236}">
                <a16:creationId xmlns:a16="http://schemas.microsoft.com/office/drawing/2014/main" id="{FDD652C5-6370-443F-A7A6-1D8681F7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292872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dash"/>
          </a:ln>
        </p:spPr>
      </p:sp>
      <p:sp>
        <p:nvSpPr>
          <p:cNvPr id="37" name="route-495">
            <a:extLst xmlns:a="http://schemas.openxmlformats.org/drawingml/2006/main">
              <a:ext uri="{FF2B5EF4-FFF2-40B4-BE49-F238E27FC236}">
                <a16:creationId xmlns:a16="http://schemas.microsoft.com/office/drawing/2014/main" id="{8512B495-D98A-4FA3-84FA-3E968AC8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289062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8" name="source-rc26-edge-72-496">
            <a:extLst xmlns:a="http://schemas.openxmlformats.org/drawingml/2006/main">
              <a:ext uri="{FF2B5EF4-FFF2-40B4-BE49-F238E27FC236}">
                <a16:creationId xmlns:a16="http://schemas.microsoft.com/office/drawing/2014/main" id="{49D16BCD-F967-4BAC-99F1-89BA27F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494" y="3173557"/>
            <a:ext cx="95" cy="185738"/>
          </a:xfrm>
          <a:custGeom xmlns:a="http://schemas.openxmlformats.org/drawingml/2006/main">
            <a:pathLst>
              <a:path w="95" h="185738">
                <a:moveTo>
                  <a:pt x="0" y="0"/>
                </a:moveTo>
                <a:lnTo>
                  <a:pt x="0" y="185738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9" name="route-497">
            <a:extLst xmlns:a="http://schemas.openxmlformats.org/drawingml/2006/main">
              <a:ext uri="{FF2B5EF4-FFF2-40B4-BE49-F238E27FC236}">
                <a16:creationId xmlns:a16="http://schemas.microsoft.com/office/drawing/2014/main" id="{A7F55E60-89E4-42E2-8D59-82FFFE6D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394" y="3283094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0" name="source-remember-complete-0150-498">
            <a:extLst xmlns:a="http://schemas.openxmlformats.org/drawingml/2006/main">
              <a:ext uri="{FF2B5EF4-FFF2-40B4-BE49-F238E27FC236}">
                <a16:creationId xmlns:a16="http://schemas.microsoft.com/office/drawing/2014/main" id="{B0C179E0-27F2-4D41-ABE1-0143817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3848966"/>
            <a:ext cx="3073220" cy="158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B.7 · 更正、到期、删除与缓存释放｜权威失效先提交，物理清理异步完成</a:t>
            </a:r>
          </a:p>
        </p:txBody>
      </p:sp>
      <p:sp>
        <p:nvSpPr>
          <p:cNvPr id="41" name="source-remember-complete-0152-499">
            <a:extLst xmlns:a="http://schemas.openxmlformats.org/drawingml/2006/main">
              <a:ext uri="{FF2B5EF4-FFF2-40B4-BE49-F238E27FC236}">
                <a16:creationId xmlns:a16="http://schemas.microsoft.com/office/drawing/2014/main" id="{3B4E7F50-7A17-4193-91C0-D606C5F7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73" y="4106466"/>
            <a:ext cx="1084984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确定对象、版本与处理范围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只删记忆 / 连同原文删除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核验权限与保留规则</a:t>
            </a:r>
          </a:p>
        </p:txBody>
      </p:sp>
      <p:sp>
        <p:nvSpPr>
          <p:cNvPr id="42" name="source-remember-complete-0154-500">
            <a:extLst xmlns:a="http://schemas.openxmlformats.org/drawingml/2006/main">
              <a:ext uri="{FF2B5EF4-FFF2-40B4-BE49-F238E27FC236}">
                <a16:creationId xmlns:a16="http://schemas.microsoft.com/office/drawing/2014/main" id="{A460D86C-73F6-4BBF-8002-03308FE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839" y="4106466"/>
            <a:ext cx="1169410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事务提交新版本 / 删除标记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同事务写清理待办与 Outbox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立即阻止旧读取、回填和发布</a:t>
            </a:r>
          </a:p>
        </p:txBody>
      </p:sp>
      <p:sp>
        <p:nvSpPr>
          <p:cNvPr id="43" name="source-remember-complete-0156-501">
            <a:extLst xmlns:a="http://schemas.openxmlformats.org/drawingml/2006/main">
              <a:ext uri="{FF2B5EF4-FFF2-40B4-BE49-F238E27FC236}">
                <a16:creationId xmlns:a16="http://schemas.microsoft.com/office/drawing/2014/main" id="{C34729EE-0206-4859-9C01-DA14CECF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820" y="4106466"/>
            <a:ext cx="1287607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处理原文与证据依赖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Working 到期按原文保留期处理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删原文则失效相关派生与证据</a:t>
            </a:r>
          </a:p>
        </p:txBody>
      </p:sp>
      <p:sp>
        <p:nvSpPr>
          <p:cNvPr id="44" name="source-remember-complete-0158-502">
            <a:extLst xmlns:a="http://schemas.openxmlformats.org/drawingml/2006/main">
              <a:ext uri="{FF2B5EF4-FFF2-40B4-BE49-F238E27FC236}">
                <a16:creationId xmlns:a16="http://schemas.microsoft.com/office/drawing/2014/main" id="{EB86C104-C005-4955-BF79-95DC64CB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3322" y="4106466"/>
            <a:ext cx="1384763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 失效旧索引并取消旧任务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MemorySignal → C 释放保护引用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 调度缓存清理并返回结果</a:t>
            </a:r>
          </a:p>
        </p:txBody>
      </p:sp>
      <p:sp>
        <p:nvSpPr>
          <p:cNvPr id="45" name="source-remember-complete-0160-503">
            <a:extLst xmlns:a="http://schemas.openxmlformats.org/drawingml/2006/main">
              <a:ext uri="{FF2B5EF4-FFF2-40B4-BE49-F238E27FC236}">
                <a16:creationId xmlns:a16="http://schemas.microsoft.com/office/drawing/2014/main" id="{BBE5BDD4-BE4A-4753-A906-70AE0022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643" y="4106466"/>
            <a:ext cx="1284736" cy="367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按操作范围核验清理完成度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共享正文仍有有效引用则保留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失败 → B.8；禁止补建已删记录</a:t>
            </a:r>
          </a:p>
        </p:txBody>
      </p:sp>
      <p:sp>
        <p:nvSpPr>
          <p:cNvPr id="46" name="source-remember-complete-0166-504">
            <a:extLst xmlns:a="http://schemas.openxmlformats.org/drawingml/2006/main">
              <a:ext uri="{FF2B5EF4-FFF2-40B4-BE49-F238E27FC236}">
                <a16:creationId xmlns:a16="http://schemas.microsoft.com/office/drawing/2014/main" id="{B93D23AA-C75E-4D75-B2F2-F0726DD5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365" y="4800871"/>
            <a:ext cx="2098098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授权原文仍保留 → 可按独立来源索引查询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原文到期先处理依赖；旧内联数据先迁出再物理删记录</a:t>
            </a:r>
          </a:p>
        </p:txBody>
      </p:sp>
      <p:sp>
        <p:nvSpPr>
          <p:cNvPr id="47" name="source-remember-complete-0168-505">
            <a:extLst xmlns:a="http://schemas.openxmlformats.org/drawingml/2006/main">
              <a:ext uri="{FF2B5EF4-FFF2-40B4-BE49-F238E27FC236}">
                <a16:creationId xmlns:a16="http://schemas.microsoft.com/office/drawing/2014/main" id="{9D3FF3A1-D3D2-42C0-BECE-55DAF4E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277" y="4800871"/>
            <a:ext cx="2098098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删除标记与幂等记录覆盖旧请求、消息和任务存活期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物理清理未完成也禁止使用；驻留释放不改变记忆类型</a:t>
            </a:r>
          </a:p>
        </p:txBody>
      </p:sp>
      <p:sp>
        <p:nvSpPr>
          <p:cNvPr id="48" name="source-rc26-index-title-506">
            <a:extLst xmlns:a="http://schemas.openxmlformats.org/drawingml/2006/main">
              <a:ext uri="{FF2B5EF4-FFF2-40B4-BE49-F238E27FC236}">
                <a16:creationId xmlns:a16="http://schemas.microsoft.com/office/drawing/2014/main" id="{1E207EFB-F7CF-4B4F-92D7-3467196C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2468599"/>
            <a:ext cx="3364424" cy="169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B.6 · 长期索引构建｜共享编码与向量能力；Remember 发布精确批次资格</a:t>
            </a:r>
          </a:p>
        </p:txBody>
      </p:sp>
      <p:sp>
        <p:nvSpPr>
          <p:cNvPr id="49" name="source-rc26-index-body-text-507">
            <a:extLst xmlns:a="http://schemas.openxmlformats.org/drawingml/2006/main">
              <a:ext uri="{FF2B5EF4-FFF2-40B4-BE49-F238E27FC236}">
                <a16:creationId xmlns:a16="http://schemas.microsoft.com/office/drawing/2014/main" id="{6EADF3D4-1731-4E1D-9CCA-004A3FC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86" y="2772322"/>
            <a:ext cx="1000558" cy="35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有效 E/S 正式正文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核验权限、版本与正文指纹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登记预期块及索引批次</a:t>
            </a:r>
          </a:p>
        </p:txBody>
      </p:sp>
      <p:sp>
        <p:nvSpPr>
          <p:cNvPr id="50" name="source-rc26-index-embed-text-508">
            <a:extLst xmlns:a="http://schemas.openxmlformats.org/drawingml/2006/main">
              <a:ext uri="{FF2B5EF4-FFF2-40B4-BE49-F238E27FC236}">
                <a16:creationId xmlns:a16="http://schemas.microsoft.com/office/drawing/2014/main" id="{EB85CD7D-0F62-4C12-A555-17025167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3052" y="2772322"/>
            <a:ext cx="1084984" cy="35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 共享 Passage Embedding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模型 tokenizer 分块并编码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绑定模型空间与分块策略</a:t>
            </a:r>
          </a:p>
        </p:txBody>
      </p:sp>
      <p:sp>
        <p:nvSpPr>
          <p:cNvPr id="51" name="source-rc26-index-write-text-509">
            <a:extLst xmlns:a="http://schemas.openxmlformats.org/drawingml/2006/main">
              <a:ext uri="{FF2B5EF4-FFF2-40B4-BE49-F238E27FC236}">
                <a16:creationId xmlns:a16="http://schemas.microsoft.com/office/drawing/2014/main" id="{541666AC-2961-4556-B153-F9A7FFF3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132" y="2772322"/>
            <a:ext cx="1084984" cy="35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 适配 P2 / Milvus 幂等写入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ID / version / chunk / 批次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保存正文与块指纹</a:t>
            </a:r>
          </a:p>
        </p:txBody>
      </p:sp>
      <p:sp>
        <p:nvSpPr>
          <p:cNvPr id="52" name="source-rc26-index-ready-text-510">
            <a:extLst xmlns:a="http://schemas.openxmlformats.org/drawingml/2006/main">
              <a:ext uri="{FF2B5EF4-FFF2-40B4-BE49-F238E27FC236}">
                <a16:creationId xmlns:a16="http://schemas.microsoft.com/office/drawing/2014/main" id="{5598E357-BEF6-4194-AC88-094F09E6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5076" y="2772322"/>
            <a:ext cx="861255" cy="35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 核验全部预期块可查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版本、批次与来源一致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条件发布该批次 Ready</a:t>
            </a:r>
          </a:p>
        </p:txBody>
      </p:sp>
      <p:sp>
        <p:nvSpPr>
          <p:cNvPr id="53" name="source-rc26-index-recall-text-511">
            <a:extLst xmlns:a="http://schemas.openxmlformats.org/drawingml/2006/main">
              <a:ext uri="{FF2B5EF4-FFF2-40B4-BE49-F238E27FC236}">
                <a16:creationId xmlns:a16="http://schemas.microsoft.com/office/drawing/2014/main" id="{3A39097C-871D-43DD-80E8-E3EA0938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61" y="2772322"/>
            <a:ext cx="1017443" cy="35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Recall A.1c 按记忆 ID 聚合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 提供完整正文与关系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交接展开见 A.1b / A.1d</a:t>
            </a:r>
          </a:p>
        </p:txBody>
      </p:sp>
      <p:sp>
        <p:nvSpPr>
          <p:cNvPr id="54" name="source-rc26-index-fault-text-512">
            <a:extLst xmlns:a="http://schemas.openxmlformats.org/drawingml/2006/main">
              <a:ext uri="{FF2B5EF4-FFF2-40B4-BE49-F238E27FC236}">
                <a16:creationId xmlns:a16="http://schemas.microsoft.com/office/drawing/2014/main" id="{901CF91C-ABDC-441B-A36A-9D52AD7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604" y="3392221"/>
            <a:ext cx="2743958" cy="246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编码 / 写入失败或超时 → B.8 查询原操作后恢复；部分完成不发布 Ready。</a:t>
            </a:r>
          </a:p>
          <a:p xmlns:a="http://schemas.openxmlformats.org/drawingml/2006/main">
            <a:pPr algn="l">
              <a:def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2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更正或删除先撤销旧资格；重建索引批次不能混用。</a:t>
            </a:r>
          </a:p>
        </p:txBody>
      </p:sp>
      <p:sp>
        <p:nvSpPr>
          <p:cNvPr id="55" name="source-rc26-label-72-513">
            <a:extLst xmlns:a="http://schemas.openxmlformats.org/drawingml/2006/main">
              <a:ext uri="{FF2B5EF4-FFF2-40B4-BE49-F238E27FC236}">
                <a16:creationId xmlns:a16="http://schemas.microsoft.com/office/drawing/2014/main" id="{19AC8A07-41D5-4208-A2AC-8E373F79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593" y="3217036"/>
            <a:ext cx="418018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失败 / 超时</a:t>
            </a:r>
          </a:p>
        </p:txBody>
      </p:sp>
      <p:sp>
        <p:nvSpPr>
          <p:cNvPr id="56" name="text-514">
            <a:extLst xmlns:a="http://schemas.openxmlformats.org/drawingml/2006/main">
              <a:ext uri="{FF2B5EF4-FFF2-40B4-BE49-F238E27FC236}">
                <a16:creationId xmlns:a16="http://schemas.microsoft.com/office/drawing/2014/main" id="{16164226-634C-49BD-84EF-DF3C688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618672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-515">
            <a:extLst xmlns:a="http://schemas.openxmlformats.org/drawingml/2006/main">
              <a:ext uri="{FF2B5EF4-FFF2-40B4-BE49-F238E27FC236}">
                <a16:creationId xmlns:a16="http://schemas.microsoft.com/office/drawing/2014/main" id="{046E5C98-ADC7-4FC3-8958-D897D018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516">
            <a:extLst xmlns:a="http://schemas.openxmlformats.org/drawingml/2006/main">
              <a:ext uri="{FF2B5EF4-FFF2-40B4-BE49-F238E27FC236}">
                <a16:creationId xmlns:a16="http://schemas.microsoft.com/office/drawing/2014/main" id="{9E5C3BB8-4515-4C23-A6F9-D940185C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 Recall 完整主流程</a:t>
            </a:r>
          </a:p>
        </p:txBody>
      </p:sp>
      <p:sp>
        <p:nvSpPr>
          <p:cNvPr id="3" name="text-517">
            <a:extLst xmlns:a="http://schemas.openxmlformats.org/drawingml/2006/main">
              <a:ext uri="{FF2B5EF4-FFF2-40B4-BE49-F238E27FC236}">
                <a16:creationId xmlns:a16="http://schemas.microsoft.com/office/drawing/2014/main" id="{60344620-9F97-416F-913E-4C1E3CAA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518">
            <a:extLst xmlns:a="http://schemas.openxmlformats.org/drawingml/2006/main">
              <a:ext uri="{FF2B5EF4-FFF2-40B4-BE49-F238E27FC236}">
                <a16:creationId xmlns:a16="http://schemas.microsoft.com/office/drawing/2014/main" id="{C5460273-E566-4188-9F3A-08368A9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519">
            <a:extLst xmlns:a="http://schemas.openxmlformats.org/drawingml/2006/main">
              <a:ext uri="{FF2B5EF4-FFF2-40B4-BE49-F238E27FC236}">
                <a16:creationId xmlns:a16="http://schemas.microsoft.com/office/drawing/2014/main" id="{67559D81-7348-4313-B28D-D5CFDD8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520">
            <a:extLst xmlns:a="http://schemas.openxmlformats.org/drawingml/2006/main">
              <a:ext uri="{FF2B5EF4-FFF2-40B4-BE49-F238E27FC236}">
                <a16:creationId xmlns:a16="http://schemas.microsoft.com/office/drawing/2014/main" id="{5E23FB0B-B291-4198-A01F-06F49525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B05 / 12</a:t>
            </a:r>
          </a:p>
        </p:txBody>
      </p:sp>
      <p:sp>
        <p:nvSpPr>
          <p:cNvPr id="7" name="source-rc26-main">
            <a:extLst xmlns:a="http://schemas.openxmlformats.org/drawingml/2006/main">
              <a:ext uri="{FF2B5EF4-FFF2-40B4-BE49-F238E27FC236}">
                <a16:creationId xmlns:a16="http://schemas.microsoft.com/office/drawing/2014/main" id="{9400361A-94D2-4D4C-969B-DA73F306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2641672"/>
            <a:ext cx="11080930" cy="2279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rc26-request">
            <a:extLst xmlns:a="http://schemas.openxmlformats.org/drawingml/2006/main">
              <a:ext uri="{FF2B5EF4-FFF2-40B4-BE49-F238E27FC236}">
                <a16:creationId xmlns:a16="http://schemas.microsoft.com/office/drawing/2014/main" id="{62D8ED87-CC12-45A1-A333-83D55436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302159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9" name="source-rc26-sources">
            <a:extLst xmlns:a="http://schemas.openxmlformats.org/drawingml/2006/main">
              <a:ext uri="{FF2B5EF4-FFF2-40B4-BE49-F238E27FC236}">
                <a16:creationId xmlns:a16="http://schemas.microsoft.com/office/drawing/2014/main" id="{C3208DE8-E75A-42FD-846A-319407E3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302159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rc26-long-route">
            <a:extLst xmlns:a="http://schemas.openxmlformats.org/drawingml/2006/main">
              <a:ext uri="{FF2B5EF4-FFF2-40B4-BE49-F238E27FC236}">
                <a16:creationId xmlns:a16="http://schemas.microsoft.com/office/drawing/2014/main" id="{350FA463-1DBF-4CE7-99DD-A64A5DC9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302159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rc26-read-route">
            <a:extLst xmlns:a="http://schemas.openxmlformats.org/drawingml/2006/main">
              <a:ext uri="{FF2B5EF4-FFF2-40B4-BE49-F238E27FC236}">
                <a16:creationId xmlns:a16="http://schemas.microsoft.com/office/drawing/2014/main" id="{B94C9A48-8351-4E88-B78B-E8E07E7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302159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rc26-context-route">
            <a:extLst xmlns:a="http://schemas.openxmlformats.org/drawingml/2006/main">
              <a:ext uri="{FF2B5EF4-FFF2-40B4-BE49-F238E27FC236}">
                <a16:creationId xmlns:a16="http://schemas.microsoft.com/office/drawing/2014/main" id="{422C31F5-BE50-422C-8E71-9D8C5488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302159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rc26-working-route">
            <a:extLst xmlns:a="http://schemas.openxmlformats.org/drawingml/2006/main">
              <a:ext uri="{FF2B5EF4-FFF2-40B4-BE49-F238E27FC236}">
                <a16:creationId xmlns:a16="http://schemas.microsoft.com/office/drawing/2014/main" id="{768DC621-CC72-4469-82E0-8696E712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11913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rc26-commit-route">
            <a:extLst xmlns:a="http://schemas.openxmlformats.org/drawingml/2006/main">
              <a:ext uri="{FF2B5EF4-FFF2-40B4-BE49-F238E27FC236}">
                <a16:creationId xmlns:a16="http://schemas.microsoft.com/office/drawing/2014/main" id="{8137E1F6-EC86-4CD0-87AC-E0BA38E3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411913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rc26-deliver-route">
            <a:extLst xmlns:a="http://schemas.openxmlformats.org/drawingml/2006/main">
              <a:ext uri="{FF2B5EF4-FFF2-40B4-BE49-F238E27FC236}">
                <a16:creationId xmlns:a16="http://schemas.microsoft.com/office/drawing/2014/main" id="{24650013-84F3-4C61-9F64-C66CCDB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11913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6" name="source-rc26-edge-0-521">
            <a:extLst xmlns:a="http://schemas.openxmlformats.org/drawingml/2006/main">
              <a:ext uri="{FF2B5EF4-FFF2-40B4-BE49-F238E27FC236}">
                <a16:creationId xmlns:a16="http://schemas.microsoft.com/office/drawing/2014/main" id="{267DBED3-CD2D-4D9E-B1AC-6F435D6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326642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17" name="route-522">
            <a:extLst xmlns:a="http://schemas.openxmlformats.org/drawingml/2006/main">
              <a:ext uri="{FF2B5EF4-FFF2-40B4-BE49-F238E27FC236}">
                <a16:creationId xmlns:a16="http://schemas.microsoft.com/office/drawing/2014/main" id="{F6B7C962-8EAD-427E-9A8A-D5796F0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322832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18" name="source-rc26-edge-1-523">
            <a:extLst xmlns:a="http://schemas.openxmlformats.org/drawingml/2006/main">
              <a:ext uri="{FF2B5EF4-FFF2-40B4-BE49-F238E27FC236}">
                <a16:creationId xmlns:a16="http://schemas.microsoft.com/office/drawing/2014/main" id="{4096182B-329E-4EC2-BF79-5C1CC79D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326642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19" name="route-524">
            <a:extLst xmlns:a="http://schemas.openxmlformats.org/drawingml/2006/main">
              <a:ext uri="{FF2B5EF4-FFF2-40B4-BE49-F238E27FC236}">
                <a16:creationId xmlns:a16="http://schemas.microsoft.com/office/drawing/2014/main" id="{1403EA7A-C9C0-4BC8-87AE-084C5DBB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322832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0" name="source-rc26-edge-2-525">
            <a:extLst xmlns:a="http://schemas.openxmlformats.org/drawingml/2006/main">
              <a:ext uri="{FF2B5EF4-FFF2-40B4-BE49-F238E27FC236}">
                <a16:creationId xmlns:a16="http://schemas.microsoft.com/office/drawing/2014/main" id="{449C4FB2-A762-4910-BC71-F7EDE01C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326642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1" name="route-526">
            <a:extLst xmlns:a="http://schemas.openxmlformats.org/drawingml/2006/main">
              <a:ext uri="{FF2B5EF4-FFF2-40B4-BE49-F238E27FC236}">
                <a16:creationId xmlns:a16="http://schemas.microsoft.com/office/drawing/2014/main" id="{254BD948-EAA0-4752-BD10-84138833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322832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2" name="source-rc26-edge-3-527">
            <a:extLst xmlns:a="http://schemas.openxmlformats.org/drawingml/2006/main">
              <a:ext uri="{FF2B5EF4-FFF2-40B4-BE49-F238E27FC236}">
                <a16:creationId xmlns:a16="http://schemas.microsoft.com/office/drawing/2014/main" id="{C8433E7C-2555-4344-8333-878553C6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326642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3" name="route-528">
            <a:extLst xmlns:a="http://schemas.openxmlformats.org/drawingml/2006/main">
              <a:ext uri="{FF2B5EF4-FFF2-40B4-BE49-F238E27FC236}">
                <a16:creationId xmlns:a16="http://schemas.microsoft.com/office/drawing/2014/main" id="{928908E2-8AF5-43D2-8973-0D66FD73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322832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4" name="source-rc26-edge-4-529">
            <a:extLst xmlns:a="http://schemas.openxmlformats.org/drawingml/2006/main">
              <a:ext uri="{FF2B5EF4-FFF2-40B4-BE49-F238E27FC236}">
                <a16:creationId xmlns:a16="http://schemas.microsoft.com/office/drawing/2014/main" id="{2BC34DAC-3B0E-4703-A0E0-E366454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494" y="3511261"/>
            <a:ext cx="95" cy="607868"/>
          </a:xfrm>
          <a:custGeom xmlns:a="http://schemas.openxmlformats.org/drawingml/2006/main">
            <a:pathLst>
              <a:path w="95" h="607868">
                <a:moveTo>
                  <a:pt x="0" y="0"/>
                </a:moveTo>
                <a:lnTo>
                  <a:pt x="0" y="607868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5" name="route-530">
            <a:extLst xmlns:a="http://schemas.openxmlformats.org/drawingml/2006/main">
              <a:ext uri="{FF2B5EF4-FFF2-40B4-BE49-F238E27FC236}">
                <a16:creationId xmlns:a16="http://schemas.microsoft.com/office/drawing/2014/main" id="{0C8C32CA-0F65-4440-AA92-140992A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394" y="40429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6" name="source-rc26-edge-5-531">
            <a:extLst xmlns:a="http://schemas.openxmlformats.org/drawingml/2006/main">
              <a:ext uri="{FF2B5EF4-FFF2-40B4-BE49-F238E27FC236}">
                <a16:creationId xmlns:a16="http://schemas.microsoft.com/office/drawing/2014/main" id="{03FE3B4A-35DE-4DA9-89CF-BFCFD56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3511261"/>
            <a:ext cx="5656551" cy="852704"/>
          </a:xfrm>
          <a:custGeom xmlns:a="http://schemas.openxmlformats.org/drawingml/2006/main">
            <a:pathLst>
              <a:path w="5656551" h="852704">
                <a:moveTo>
                  <a:pt x="0" y="852704"/>
                </a:moveTo>
                <a:lnTo>
                  <a:pt x="168852" y="852704"/>
                </a:lnTo>
                <a:lnTo>
                  <a:pt x="168852" y="291270"/>
                </a:lnTo>
                <a:lnTo>
                  <a:pt x="5656551" y="291270"/>
                </a:lnTo>
                <a:lnTo>
                  <a:pt x="56565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7" name="route-532">
            <a:extLst xmlns:a="http://schemas.openxmlformats.org/drawingml/2006/main">
              <a:ext uri="{FF2B5EF4-FFF2-40B4-BE49-F238E27FC236}">
                <a16:creationId xmlns:a16="http://schemas.microsoft.com/office/drawing/2014/main" id="{865F17A3-8A05-4D09-A8E4-89DB5013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33" y="351126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8" name="source-rc26-edge-6-533">
            <a:extLst xmlns:a="http://schemas.openxmlformats.org/drawingml/2006/main">
              <a:ext uri="{FF2B5EF4-FFF2-40B4-BE49-F238E27FC236}">
                <a16:creationId xmlns:a16="http://schemas.microsoft.com/office/drawing/2014/main" id="{60D8169A-3A5C-4C03-850E-3903DA54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733" y="3511261"/>
            <a:ext cx="95" cy="607868"/>
          </a:xfrm>
          <a:custGeom xmlns:a="http://schemas.openxmlformats.org/drawingml/2006/main">
            <a:pathLst>
              <a:path w="95" h="607868">
                <a:moveTo>
                  <a:pt x="0" y="0"/>
                </a:moveTo>
                <a:lnTo>
                  <a:pt x="0" y="607868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9" name="route-534">
            <a:extLst xmlns:a="http://schemas.openxmlformats.org/drawingml/2006/main">
              <a:ext uri="{FF2B5EF4-FFF2-40B4-BE49-F238E27FC236}">
                <a16:creationId xmlns:a16="http://schemas.microsoft.com/office/drawing/2014/main" id="{41D4A5EF-BDC4-42C9-9CB3-D1BF1AEF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33" y="40429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0" name="source-rc26-edge-7-535">
            <a:extLst xmlns:a="http://schemas.openxmlformats.org/drawingml/2006/main">
              <a:ext uri="{FF2B5EF4-FFF2-40B4-BE49-F238E27FC236}">
                <a16:creationId xmlns:a16="http://schemas.microsoft.com/office/drawing/2014/main" id="{D28D674B-ACEA-4B84-8F30-C6DF160D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363965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1" name="route-536">
            <a:extLst xmlns:a="http://schemas.openxmlformats.org/drawingml/2006/main">
              <a:ext uri="{FF2B5EF4-FFF2-40B4-BE49-F238E27FC236}">
                <a16:creationId xmlns:a16="http://schemas.microsoft.com/office/drawing/2014/main" id="{83B894E7-0EC6-44BC-B55A-81061C8F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32586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2" name="source-rc26-main-title-537">
            <a:extLst xmlns:a="http://schemas.openxmlformats.org/drawingml/2006/main">
              <a:ext uri="{FF2B5EF4-FFF2-40B4-BE49-F238E27FC236}">
                <a16:creationId xmlns:a16="http://schemas.microsoft.com/office/drawing/2014/main" id="{CF151571-6A24-4075-BAAC-C2F00392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2700770"/>
            <a:ext cx="2773375" cy="169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 · 新 Recall 主流程｜记忆候选、权威正文与 ContextPack</a:t>
            </a:r>
          </a:p>
        </p:txBody>
      </p:sp>
      <p:sp>
        <p:nvSpPr>
          <p:cNvPr id="33" name="source-rc26-request-text-538">
            <a:extLst xmlns:a="http://schemas.openxmlformats.org/drawingml/2006/main">
              <a:ext uri="{FF2B5EF4-FFF2-40B4-BE49-F238E27FC236}">
                <a16:creationId xmlns:a16="http://schemas.microsoft.com/office/drawing/2014/main" id="{5ECC5C22-474C-4A5B-B2F2-5020B24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325" y="3156672"/>
            <a:ext cx="1262279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 Query、范围、K 与包预算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RF 校验身份、原请求标识与期限</a:t>
            </a:r>
          </a:p>
        </p:txBody>
      </p:sp>
      <p:sp>
        <p:nvSpPr>
          <p:cNvPr id="34" name="source-rc26-sources-text-539">
            <a:extLst xmlns:a="http://schemas.openxmlformats.org/drawingml/2006/main">
              <a:ext uri="{FF2B5EF4-FFF2-40B4-BE49-F238E27FC236}">
                <a16:creationId xmlns:a16="http://schemas.microsoft.com/office/drawing/2014/main" id="{8A397C60-9CF8-4218-B136-24C0979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515" y="3156672"/>
            <a:ext cx="1258058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确定来源：仅 Working / 含长期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只查 Working 不自动改查长期</a:t>
            </a:r>
          </a:p>
        </p:txBody>
      </p:sp>
      <p:sp>
        <p:nvSpPr>
          <p:cNvPr id="35" name="source-rc26-long-route-text-540">
            <a:extLst xmlns:a="http://schemas.openxmlformats.org/drawingml/2006/main">
              <a:ext uri="{FF2B5EF4-FFF2-40B4-BE49-F238E27FC236}">
                <a16:creationId xmlns:a16="http://schemas.microsoft.com/office/drawing/2014/main" id="{F53753F5-6927-4117-B0F6-B0BAF92D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132" y="3156672"/>
            <a:ext cx="1084984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含长期：A.1a 编码与块检索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A.1c 核验并聚合记忆候选</a:t>
            </a:r>
          </a:p>
        </p:txBody>
      </p:sp>
      <p:sp>
        <p:nvSpPr>
          <p:cNvPr id="36" name="source-rc26-read-route-text-541">
            <a:extLst xmlns:a="http://schemas.openxmlformats.org/drawingml/2006/main">
              <a:ext uri="{FF2B5EF4-FFF2-40B4-BE49-F238E27FC236}">
                <a16:creationId xmlns:a16="http://schemas.microsoft.com/office/drawing/2014/main" id="{8C93F733-0FA6-4E02-A3DE-C00E9593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552" y="3156672"/>
            <a:ext cx="1148304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A.1c 与 A.1b 按排名读取全文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补取至 K 或达到停止条件</a:t>
            </a:r>
          </a:p>
        </p:txBody>
      </p:sp>
      <p:sp>
        <p:nvSpPr>
          <p:cNvPr id="37" name="source-rc26-context-route-text-542">
            <a:extLst xmlns:a="http://schemas.openxmlformats.org/drawingml/2006/main">
              <a:ext uri="{FF2B5EF4-FFF2-40B4-BE49-F238E27FC236}">
                <a16:creationId xmlns:a16="http://schemas.microsoft.com/office/drawing/2014/main" id="{E8161D44-288B-4450-8FB7-D4E9EBE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56672"/>
            <a:ext cx="1220066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A.1d ContextPack 组装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关系补全、整组预算与最终核验</a:t>
            </a:r>
          </a:p>
        </p:txBody>
      </p:sp>
      <p:sp>
        <p:nvSpPr>
          <p:cNvPr id="38" name="source-rc26-working-route-text-543">
            <a:extLst xmlns:a="http://schemas.openxmlformats.org/drawingml/2006/main">
              <a:ext uri="{FF2B5EF4-FFF2-40B4-BE49-F238E27FC236}">
                <a16:creationId xmlns:a16="http://schemas.microsoft.com/office/drawing/2014/main" id="{FA7FC736-CDF6-46E4-87B2-E458E62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073" y="4254211"/>
            <a:ext cx="1274943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仅 Working：A.1b 读取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不编码 / 不查 Milvus / 不做 RRF</a:t>
            </a:r>
          </a:p>
        </p:txBody>
      </p:sp>
      <p:sp>
        <p:nvSpPr>
          <p:cNvPr id="39" name="source-rc26-commit-route-text-544">
            <a:extLst xmlns:a="http://schemas.openxmlformats.org/drawingml/2006/main">
              <a:ext uri="{FF2B5EF4-FFF2-40B4-BE49-F238E27FC236}">
                <a16:creationId xmlns:a16="http://schemas.microsoft.com/office/drawing/2014/main" id="{42C90685-E0E1-4B34-AC5C-1AAE0B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6631" y="4254211"/>
            <a:ext cx="1148304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RF 条件提交结果与 Outbox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保留版本、状态与原 recall_id</a:t>
            </a:r>
          </a:p>
        </p:txBody>
      </p:sp>
      <p:sp>
        <p:nvSpPr>
          <p:cNvPr id="40" name="source-rc26-deliver-route-text-545">
            <a:extLst xmlns:a="http://schemas.openxmlformats.org/drawingml/2006/main">
              <a:ext uri="{FF2B5EF4-FFF2-40B4-BE49-F238E27FC236}">
                <a16:creationId xmlns:a16="http://schemas.microsoft.com/office/drawing/2014/main" id="{F97E2F25-2B6C-4964-A2FE-E08B518E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113" y="4254211"/>
            <a:ext cx="1203181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交付完整 / 空 / 降级 / 不可用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成功 read 与 packed 分别记录</a:t>
            </a:r>
          </a:p>
        </p:txBody>
      </p:sp>
      <p:sp>
        <p:nvSpPr>
          <p:cNvPr id="41" name="source-rc26-label-4-546">
            <a:extLst xmlns:a="http://schemas.openxmlformats.org/drawingml/2006/main">
              <a:ext uri="{FF2B5EF4-FFF2-40B4-BE49-F238E27FC236}">
                <a16:creationId xmlns:a16="http://schemas.microsoft.com/office/drawing/2014/main" id="{1CD5A3F4-BA03-466D-9BF1-C6EBDF6F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593" y="3765806"/>
            <a:ext cx="447567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</p:txBody>
      </p:sp>
      <p:sp>
        <p:nvSpPr>
          <p:cNvPr id="42" name="source-rc26-label-5-547">
            <a:extLst xmlns:a="http://schemas.openxmlformats.org/drawingml/2006/main">
              <a:ext uri="{FF2B5EF4-FFF2-40B4-BE49-F238E27FC236}">
                <a16:creationId xmlns:a16="http://schemas.microsoft.com/office/drawing/2014/main" id="{502C5BF8-7886-441D-B052-BA442E2D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310" y="3647610"/>
            <a:ext cx="645968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有效正文直达组包</a:t>
            </a:r>
          </a:p>
        </p:txBody>
      </p:sp>
      <p:sp>
        <p:nvSpPr>
          <p:cNvPr id="43" name="text-548">
            <a:extLst xmlns:a="http://schemas.openxmlformats.org/drawingml/2006/main">
              <a:ext uri="{FF2B5EF4-FFF2-40B4-BE49-F238E27FC236}">
                <a16:creationId xmlns:a16="http://schemas.microsoft.com/office/drawing/2014/main" id="{453AE0A5-96B2-4721-8A16-A195FBA5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247190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ext-549">
            <a:extLst xmlns:a="http://schemas.openxmlformats.org/drawingml/2006/main">
              <a:ext uri="{FF2B5EF4-FFF2-40B4-BE49-F238E27FC236}">
                <a16:creationId xmlns:a16="http://schemas.microsoft.com/office/drawing/2014/main" id="{36FD7990-80B3-4A1C-A04B-328BC9BD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550">
            <a:extLst xmlns:a="http://schemas.openxmlformats.org/drawingml/2006/main">
              <a:ext uri="{FF2B5EF4-FFF2-40B4-BE49-F238E27FC236}">
                <a16:creationId xmlns:a16="http://schemas.microsoft.com/office/drawing/2014/main" id="{727A8FDC-330D-4D6E-B46C-F43F5F1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A.1c 块命中到记忆候选</a:t>
            </a:r>
          </a:p>
        </p:txBody>
      </p:sp>
      <p:sp>
        <p:nvSpPr>
          <p:cNvPr id="3" name="text-551">
            <a:extLst xmlns:a="http://schemas.openxmlformats.org/drawingml/2006/main">
              <a:ext uri="{FF2B5EF4-FFF2-40B4-BE49-F238E27FC236}">
                <a16:creationId xmlns:a16="http://schemas.microsoft.com/office/drawing/2014/main" id="{8A5A9F49-CD53-4478-B8B6-991703F1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552">
            <a:extLst xmlns:a="http://schemas.openxmlformats.org/drawingml/2006/main">
              <a:ext uri="{FF2B5EF4-FFF2-40B4-BE49-F238E27FC236}">
                <a16:creationId xmlns:a16="http://schemas.microsoft.com/office/drawing/2014/main" id="{15553892-3BC4-4B33-849D-3B46312D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553">
            <a:extLst xmlns:a="http://schemas.openxmlformats.org/drawingml/2006/main">
              <a:ext uri="{FF2B5EF4-FFF2-40B4-BE49-F238E27FC236}">
                <a16:creationId xmlns:a16="http://schemas.microsoft.com/office/drawing/2014/main" id="{6A0CBED9-190A-41F1-9C12-D0AB423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554">
            <a:extLst xmlns:a="http://schemas.openxmlformats.org/drawingml/2006/main">
              <a:ext uri="{FF2B5EF4-FFF2-40B4-BE49-F238E27FC236}">
                <a16:creationId xmlns:a16="http://schemas.microsoft.com/office/drawing/2014/main" id="{7CF34B7B-B4FE-4C6A-8497-599E8C0A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B06 / 12</a:t>
            </a:r>
          </a:p>
        </p:txBody>
      </p:sp>
      <p:sp>
        <p:nvSpPr>
          <p:cNvPr id="7" name="source-rc26-candidates">
            <a:extLst xmlns:a="http://schemas.openxmlformats.org/drawingml/2006/main">
              <a:ext uri="{FF2B5EF4-FFF2-40B4-BE49-F238E27FC236}">
                <a16:creationId xmlns:a16="http://schemas.microsoft.com/office/drawing/2014/main" id="{25A0EF0E-DE30-422C-BA59-5217CC39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1966263"/>
            <a:ext cx="11080930" cy="36303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rc26-hits">
            <a:extLst xmlns:a="http://schemas.openxmlformats.org/drawingml/2006/main">
              <a:ext uri="{FF2B5EF4-FFF2-40B4-BE49-F238E27FC236}">
                <a16:creationId xmlns:a16="http://schemas.microsoft.com/office/drawing/2014/main" id="{9E644F35-8C0E-4F67-922A-C1BDAFC9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2346181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9" name="source-rc26-qualify">
            <a:extLst xmlns:a="http://schemas.openxmlformats.org/drawingml/2006/main">
              <a:ext uri="{FF2B5EF4-FFF2-40B4-BE49-F238E27FC236}">
                <a16:creationId xmlns:a16="http://schemas.microsoft.com/office/drawing/2014/main" id="{B3EA8B34-7845-4678-9F66-7614A24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2346181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rc26-aggregate">
            <a:extLst xmlns:a="http://schemas.openxmlformats.org/drawingml/2006/main">
              <a:ext uri="{FF2B5EF4-FFF2-40B4-BE49-F238E27FC236}">
                <a16:creationId xmlns:a16="http://schemas.microsoft.com/office/drawing/2014/main" id="{0557934E-E7FE-4F7A-8E7E-FCCB0046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2346181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rc26-score">
            <a:extLst xmlns:a="http://schemas.openxmlformats.org/drawingml/2006/main">
              <a:ext uri="{FF2B5EF4-FFF2-40B4-BE49-F238E27FC236}">
                <a16:creationId xmlns:a16="http://schemas.microsoft.com/office/drawing/2014/main" id="{FB52C2CC-0D43-47A0-B3D7-6B02D04A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2346181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rc26-candidate-read">
            <a:extLst xmlns:a="http://schemas.openxmlformats.org/drawingml/2006/main">
              <a:ext uri="{FF2B5EF4-FFF2-40B4-BE49-F238E27FC236}">
                <a16:creationId xmlns:a16="http://schemas.microsoft.com/office/drawing/2014/main" id="{34E0FFE0-5EFA-41BC-B8C5-E46B6F99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2346181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rc26-read-results">
            <a:extLst xmlns:a="http://schemas.openxmlformats.org/drawingml/2006/main">
              <a:ext uri="{FF2B5EF4-FFF2-40B4-BE49-F238E27FC236}">
                <a16:creationId xmlns:a16="http://schemas.microsoft.com/office/drawing/2014/main" id="{6A4A1118-812A-410F-8A3F-9CA00EEC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344372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rc26-enough">
            <a:extLst xmlns:a="http://schemas.openxmlformats.org/drawingml/2006/main">
              <a:ext uri="{FF2B5EF4-FFF2-40B4-BE49-F238E27FC236}">
                <a16:creationId xmlns:a16="http://schemas.microsoft.com/office/drawing/2014/main" id="{822FCBEE-208A-400F-BE64-BE23F66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3371958"/>
            <a:ext cx="1857375" cy="63319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rc26-choose">
            <a:extLst xmlns:a="http://schemas.openxmlformats.org/drawingml/2006/main">
              <a:ext uri="{FF2B5EF4-FFF2-40B4-BE49-F238E27FC236}">
                <a16:creationId xmlns:a16="http://schemas.microsoft.com/office/drawing/2014/main" id="{C099F099-FCF7-4755-8CB9-4DF59BF7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344372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6" name="source-rc26-candidate-out">
            <a:extLst xmlns:a="http://schemas.openxmlformats.org/drawingml/2006/main">
              <a:ext uri="{FF2B5EF4-FFF2-40B4-BE49-F238E27FC236}">
                <a16:creationId xmlns:a16="http://schemas.microsoft.com/office/drawing/2014/main" id="{F3F35136-1B31-4A29-9F09-5B60588D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344372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7" name="source-rc26-limited-out">
            <a:extLst xmlns:a="http://schemas.openxmlformats.org/drawingml/2006/main">
              <a:ext uri="{FF2B5EF4-FFF2-40B4-BE49-F238E27FC236}">
                <a16:creationId xmlns:a16="http://schemas.microsoft.com/office/drawing/2014/main" id="{86B01683-49FA-4DE8-992B-AB2522F1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344372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8" name="source-rc26-limits">
            <a:extLst xmlns:a="http://schemas.openxmlformats.org/drawingml/2006/main">
              <a:ext uri="{FF2B5EF4-FFF2-40B4-BE49-F238E27FC236}">
                <a16:creationId xmlns:a16="http://schemas.microsoft.com/office/drawing/2014/main" id="{468A1B31-FEA1-4CC9-A825-95E6BAAC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454126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9" name="source-rc26-can-more">
            <a:extLst xmlns:a="http://schemas.openxmlformats.org/drawingml/2006/main">
              <a:ext uri="{FF2B5EF4-FFF2-40B4-BE49-F238E27FC236}">
                <a16:creationId xmlns:a16="http://schemas.microsoft.com/office/drawing/2014/main" id="{6921C305-FAFC-41E8-88E3-844FFB4E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469498"/>
            <a:ext cx="1857375" cy="63319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0" name="source-rc26-expand">
            <a:extLst xmlns:a="http://schemas.openxmlformats.org/drawingml/2006/main">
              <a:ext uri="{FF2B5EF4-FFF2-40B4-BE49-F238E27FC236}">
                <a16:creationId xmlns:a16="http://schemas.microsoft.com/office/drawing/2014/main" id="{9A2C84D1-08DE-4B88-9647-802F6E7F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454126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1" name="source-rc26-back-search">
            <a:extLst xmlns:a="http://schemas.openxmlformats.org/drawingml/2006/main">
              <a:ext uri="{FF2B5EF4-FFF2-40B4-BE49-F238E27FC236}">
                <a16:creationId xmlns:a16="http://schemas.microsoft.com/office/drawing/2014/main" id="{735FD689-951D-42A5-B036-0F6AF823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541260"/>
            <a:ext cx="1857375" cy="489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2" name="source-rc26-edge-17-555">
            <a:extLst xmlns:a="http://schemas.openxmlformats.org/drawingml/2006/main">
              <a:ext uri="{FF2B5EF4-FFF2-40B4-BE49-F238E27FC236}">
                <a16:creationId xmlns:a16="http://schemas.microsoft.com/office/drawing/2014/main" id="{1E521439-973A-4753-9118-16E9C4F9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2591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3" name="route-556">
            <a:extLst xmlns:a="http://schemas.openxmlformats.org/drawingml/2006/main">
              <a:ext uri="{FF2B5EF4-FFF2-40B4-BE49-F238E27FC236}">
                <a16:creationId xmlns:a16="http://schemas.microsoft.com/office/drawing/2014/main" id="{F7D4E490-A7AF-44D2-ABAC-52949B13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2552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4" name="source-rc26-edge-18-557">
            <a:extLst xmlns:a="http://schemas.openxmlformats.org/drawingml/2006/main">
              <a:ext uri="{FF2B5EF4-FFF2-40B4-BE49-F238E27FC236}">
                <a16:creationId xmlns:a16="http://schemas.microsoft.com/office/drawing/2014/main" id="{F2E3B507-F3DB-4BC3-9927-93A9EC21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2591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5" name="route-558">
            <a:extLst xmlns:a="http://schemas.openxmlformats.org/drawingml/2006/main">
              <a:ext uri="{FF2B5EF4-FFF2-40B4-BE49-F238E27FC236}">
                <a16:creationId xmlns:a16="http://schemas.microsoft.com/office/drawing/2014/main" id="{45434EE3-68C6-461B-9BC1-212A3822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2552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6" name="source-rc26-edge-19-559">
            <a:extLst xmlns:a="http://schemas.openxmlformats.org/drawingml/2006/main">
              <a:ext uri="{FF2B5EF4-FFF2-40B4-BE49-F238E27FC236}">
                <a16:creationId xmlns:a16="http://schemas.microsoft.com/office/drawing/2014/main" id="{4231C090-429A-4AB2-8EFE-7EFA5920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2591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7" name="route-560">
            <a:extLst xmlns:a="http://schemas.openxmlformats.org/drawingml/2006/main">
              <a:ext uri="{FF2B5EF4-FFF2-40B4-BE49-F238E27FC236}">
                <a16:creationId xmlns:a16="http://schemas.microsoft.com/office/drawing/2014/main" id="{13D058AD-858F-4DAB-97EB-D3DB0C6A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2552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8" name="source-rc26-edge-20-561">
            <a:extLst xmlns:a="http://schemas.openxmlformats.org/drawingml/2006/main">
              <a:ext uri="{FF2B5EF4-FFF2-40B4-BE49-F238E27FC236}">
                <a16:creationId xmlns:a16="http://schemas.microsoft.com/office/drawing/2014/main" id="{70BC5765-0861-4E07-9FF5-73496CCF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2591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9" name="route-562">
            <a:extLst xmlns:a="http://schemas.openxmlformats.org/drawingml/2006/main">
              <a:ext uri="{FF2B5EF4-FFF2-40B4-BE49-F238E27FC236}">
                <a16:creationId xmlns:a16="http://schemas.microsoft.com/office/drawing/2014/main" id="{3929F7C5-BC61-4EAC-AAB1-6A8031A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2552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0" name="source-rc26-edge-21-563">
            <a:extLst xmlns:a="http://schemas.openxmlformats.org/drawingml/2006/main">
              <a:ext uri="{FF2B5EF4-FFF2-40B4-BE49-F238E27FC236}">
                <a16:creationId xmlns:a16="http://schemas.microsoft.com/office/drawing/2014/main" id="{1B8E1A71-5DC7-4268-B790-A8831D01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733" y="2835852"/>
            <a:ext cx="95" cy="607868"/>
          </a:xfrm>
          <a:custGeom xmlns:a="http://schemas.openxmlformats.org/drawingml/2006/main">
            <a:pathLst>
              <a:path w="95" h="607868">
                <a:moveTo>
                  <a:pt x="0" y="0"/>
                </a:moveTo>
                <a:lnTo>
                  <a:pt x="0" y="607868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1" name="route-564">
            <a:extLst xmlns:a="http://schemas.openxmlformats.org/drawingml/2006/main">
              <a:ext uri="{FF2B5EF4-FFF2-40B4-BE49-F238E27FC236}">
                <a16:creationId xmlns:a16="http://schemas.microsoft.com/office/drawing/2014/main" id="{5E6D84BF-6CDF-48A1-B678-50DD3651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33" y="336752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2" name="source-rc26-edge-22-565">
            <a:extLst xmlns:a="http://schemas.openxmlformats.org/drawingml/2006/main">
              <a:ext uri="{FF2B5EF4-FFF2-40B4-BE49-F238E27FC236}">
                <a16:creationId xmlns:a16="http://schemas.microsoft.com/office/drawing/2014/main" id="{8C0C8294-2335-4ACF-B2E1-54FFA67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3688556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3" name="route-566">
            <a:extLst xmlns:a="http://schemas.openxmlformats.org/drawingml/2006/main">
              <a:ext uri="{FF2B5EF4-FFF2-40B4-BE49-F238E27FC236}">
                <a16:creationId xmlns:a16="http://schemas.microsoft.com/office/drawing/2014/main" id="{9D7F5830-63D8-4106-A52B-9EC5B4AD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365045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4" name="source-rc26-edge-23-567">
            <a:extLst xmlns:a="http://schemas.openxmlformats.org/drawingml/2006/main">
              <a:ext uri="{FF2B5EF4-FFF2-40B4-BE49-F238E27FC236}">
                <a16:creationId xmlns:a16="http://schemas.microsoft.com/office/drawing/2014/main" id="{1AA70080-97E9-4FF5-8B7A-809C81EE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3688556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5" name="route-568">
            <a:extLst xmlns:a="http://schemas.openxmlformats.org/drawingml/2006/main">
              <a:ext uri="{FF2B5EF4-FFF2-40B4-BE49-F238E27FC236}">
                <a16:creationId xmlns:a16="http://schemas.microsoft.com/office/drawing/2014/main" id="{0E6A6DB6-BAE8-4C31-AF74-5299C333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365045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6" name="source-rc26-edge-24-569">
            <a:extLst xmlns:a="http://schemas.openxmlformats.org/drawingml/2006/main">
              <a:ext uri="{FF2B5EF4-FFF2-40B4-BE49-F238E27FC236}">
                <a16:creationId xmlns:a16="http://schemas.microsoft.com/office/drawing/2014/main" id="{9CBC676E-D820-4A6A-8C24-936E3D2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3688556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7" name="route-570">
            <a:extLst xmlns:a="http://schemas.openxmlformats.org/drawingml/2006/main">
              <a:ext uri="{FF2B5EF4-FFF2-40B4-BE49-F238E27FC236}">
                <a16:creationId xmlns:a16="http://schemas.microsoft.com/office/drawing/2014/main" id="{18D60252-299C-46B0-85D6-877BD42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365045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8" name="source-rc26-edge-25-571">
            <a:extLst xmlns:a="http://schemas.openxmlformats.org/drawingml/2006/main">
              <a:ext uri="{FF2B5EF4-FFF2-40B4-BE49-F238E27FC236}">
                <a16:creationId xmlns:a16="http://schemas.microsoft.com/office/drawing/2014/main" id="{C1D3C483-3FCC-44FE-BB70-60A7515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368855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9" name="route-572">
            <a:extLst xmlns:a="http://schemas.openxmlformats.org/drawingml/2006/main">
              <a:ext uri="{FF2B5EF4-FFF2-40B4-BE49-F238E27FC236}">
                <a16:creationId xmlns:a16="http://schemas.microsoft.com/office/drawing/2014/main" id="{10A89358-FE03-4626-BECF-96B541A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365045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0" name="source-rc26-edge-26-573">
            <a:extLst xmlns:a="http://schemas.openxmlformats.org/drawingml/2006/main">
              <a:ext uri="{FF2B5EF4-FFF2-40B4-BE49-F238E27FC236}">
                <a16:creationId xmlns:a16="http://schemas.microsoft.com/office/drawing/2014/main" id="{ECAA4A8B-6553-4DCC-80FC-1A898894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653" y="4005154"/>
            <a:ext cx="2195080" cy="536106"/>
          </a:xfrm>
          <a:custGeom xmlns:a="http://schemas.openxmlformats.org/drawingml/2006/main">
            <a:pathLst>
              <a:path w="2195080" h="536106">
                <a:moveTo>
                  <a:pt x="0" y="0"/>
                </a:moveTo>
                <a:lnTo>
                  <a:pt x="0" y="198401"/>
                </a:lnTo>
                <a:lnTo>
                  <a:pt x="2195080" y="198401"/>
                </a:lnTo>
                <a:lnTo>
                  <a:pt x="2195080" y="536106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1" name="route-574">
            <a:extLst xmlns:a="http://schemas.openxmlformats.org/drawingml/2006/main">
              <a:ext uri="{FF2B5EF4-FFF2-40B4-BE49-F238E27FC236}">
                <a16:creationId xmlns:a16="http://schemas.microsoft.com/office/drawing/2014/main" id="{4B9FC0E6-B5AA-4DA5-9B8B-E56AA68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633" y="446506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2" name="source-rc26-edge-27-575">
            <a:extLst xmlns:a="http://schemas.openxmlformats.org/drawingml/2006/main">
              <a:ext uri="{FF2B5EF4-FFF2-40B4-BE49-F238E27FC236}">
                <a16:creationId xmlns:a16="http://schemas.microsoft.com/office/drawing/2014/main" id="{1E4AF2D9-1F3E-4827-BD70-5941A5C8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786096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3" name="route-576">
            <a:extLst xmlns:a="http://schemas.openxmlformats.org/drawingml/2006/main">
              <a:ext uri="{FF2B5EF4-FFF2-40B4-BE49-F238E27FC236}">
                <a16:creationId xmlns:a16="http://schemas.microsoft.com/office/drawing/2014/main" id="{8479CC85-4C63-433D-BB27-4BF8C83E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74799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4" name="source-rc26-edge-28-577">
            <a:extLst xmlns:a="http://schemas.openxmlformats.org/drawingml/2006/main">
              <a:ext uri="{FF2B5EF4-FFF2-40B4-BE49-F238E27FC236}">
                <a16:creationId xmlns:a16="http://schemas.microsoft.com/office/drawing/2014/main" id="{8567CAB6-0094-4184-93D2-6E3AFDB9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4786096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5" name="route-578">
            <a:extLst xmlns:a="http://schemas.openxmlformats.org/drawingml/2006/main">
              <a:ext uri="{FF2B5EF4-FFF2-40B4-BE49-F238E27FC236}">
                <a16:creationId xmlns:a16="http://schemas.microsoft.com/office/drawing/2014/main" id="{13FA1678-4710-450A-AAED-210B43F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474799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6" name="source-rc26-edge-29-579">
            <a:extLst xmlns:a="http://schemas.openxmlformats.org/drawingml/2006/main">
              <a:ext uri="{FF2B5EF4-FFF2-40B4-BE49-F238E27FC236}">
                <a16:creationId xmlns:a16="http://schemas.microsoft.com/office/drawing/2014/main" id="{96FD3D9B-01CE-42CF-B4FE-42FFE92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4786096"/>
            <a:ext cx="337705" cy="95"/>
          </a:xfrm>
          <a:custGeom xmlns:a="http://schemas.openxmlformats.org/drawingml/2006/main">
            <a:pathLst>
              <a:path w="337705" h="95">
                <a:moveTo>
                  <a:pt x="3377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7" name="route-580">
            <a:extLst xmlns:a="http://schemas.openxmlformats.org/drawingml/2006/main">
              <a:ext uri="{FF2B5EF4-FFF2-40B4-BE49-F238E27FC236}">
                <a16:creationId xmlns:a16="http://schemas.microsoft.com/office/drawing/2014/main" id="{60D6CBD4-B60D-4C50-9F54-870F4A7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474799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8" name="source-rc26-edge-30-581">
            <a:extLst xmlns:a="http://schemas.openxmlformats.org/drawingml/2006/main">
              <a:ext uri="{FF2B5EF4-FFF2-40B4-BE49-F238E27FC236}">
                <a16:creationId xmlns:a16="http://schemas.microsoft.com/office/drawing/2014/main" id="{635B5E2F-00D8-4042-88A8-4743817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415" y="3933392"/>
            <a:ext cx="6585239" cy="1452130"/>
          </a:xfrm>
          <a:custGeom xmlns:a="http://schemas.openxmlformats.org/drawingml/2006/main">
            <a:pathLst>
              <a:path w="6585239" h="1452130">
                <a:moveTo>
                  <a:pt x="6585239" y="1169302"/>
                </a:moveTo>
                <a:lnTo>
                  <a:pt x="6585239" y="1452130"/>
                </a:lnTo>
                <a:lnTo>
                  <a:pt x="0" y="14521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9" name="route-582">
            <a:extLst xmlns:a="http://schemas.openxmlformats.org/drawingml/2006/main">
              <a:ext uri="{FF2B5EF4-FFF2-40B4-BE49-F238E27FC236}">
                <a16:creationId xmlns:a16="http://schemas.microsoft.com/office/drawing/2014/main" id="{080DEC0F-779E-4773-A9F5-0A8F2B0E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315" y="3933392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0" name="source-rc26-candidates-title-583">
            <a:extLst xmlns:a="http://schemas.openxmlformats.org/drawingml/2006/main">
              <a:ext uri="{FF2B5EF4-FFF2-40B4-BE49-F238E27FC236}">
                <a16:creationId xmlns:a16="http://schemas.microsoft.com/office/drawing/2014/main" id="{6461D724-CA81-41C0-AEB1-9566C5AB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2025361"/>
            <a:ext cx="3115301" cy="169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A.1c · 块命中 → 记忆 Top K｜同一 memory_id 只占一个主候选名额</a:t>
            </a:r>
          </a:p>
        </p:txBody>
      </p:sp>
      <p:sp>
        <p:nvSpPr>
          <p:cNvPr id="51" name="source-rc26-hits-text-584">
            <a:extLst xmlns:a="http://schemas.openxmlformats.org/drawingml/2006/main">
              <a:ext uri="{FF2B5EF4-FFF2-40B4-BE49-F238E27FC236}">
                <a16:creationId xmlns:a16="http://schemas.microsoft.com/office/drawing/2014/main" id="{A3C86920-41F9-4D4D-B5F0-7ABFF228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58" y="2481263"/>
            <a:ext cx="1051214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接收块命中并去重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先区分精确版本与索引批次</a:t>
            </a:r>
          </a:p>
        </p:txBody>
      </p:sp>
      <p:sp>
        <p:nvSpPr>
          <p:cNvPr id="52" name="source-rc26-qualify-text-585">
            <a:extLst xmlns:a="http://schemas.openxmlformats.org/drawingml/2006/main">
              <a:ext uri="{FF2B5EF4-FFF2-40B4-BE49-F238E27FC236}">
                <a16:creationId xmlns:a16="http://schemas.microsoft.com/office/drawing/2014/main" id="{BE349086-DACA-46ED-A536-41CED22D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294" y="2481263"/>
            <a:ext cx="126650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 批量核验权限、版本与来源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只接受已发布 Ready 的索引批次</a:t>
            </a:r>
          </a:p>
        </p:txBody>
      </p:sp>
      <p:sp>
        <p:nvSpPr>
          <p:cNvPr id="53" name="source-rc26-aggregate-text-586">
            <a:extLst xmlns:a="http://schemas.openxmlformats.org/drawingml/2006/main">
              <a:ext uri="{FF2B5EF4-FFF2-40B4-BE49-F238E27FC236}">
                <a16:creationId xmlns:a16="http://schemas.microsoft.com/office/drawing/2014/main" id="{94A8628F-B370-46A4-8082-38D28DD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804" y="2481263"/>
            <a:ext cx="113564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合格块按 memory_id 聚合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旧版本不混分，多块只占一位</a:t>
            </a:r>
          </a:p>
        </p:txBody>
      </p:sp>
      <p:sp>
        <p:nvSpPr>
          <p:cNvPr id="54" name="source-rc26-score-text-587">
            <a:extLst xmlns:a="http://schemas.openxmlformats.org/drawingml/2006/main">
              <a:ext uri="{FF2B5EF4-FFF2-40B4-BE49-F238E27FC236}">
                <a16:creationId xmlns:a16="http://schemas.microsoft.com/office/drawing/2014/main" id="{097F6C40-49F5-47C4-8900-20B00CE6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322" y="2481263"/>
            <a:ext cx="1080763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记忆分数 = 最佳命中块分数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降序排列，同分按稳定 ID</a:t>
            </a:r>
          </a:p>
        </p:txBody>
      </p:sp>
      <p:sp>
        <p:nvSpPr>
          <p:cNvPr id="55" name="source-rc26-candidate-read-text-588">
            <a:extLst xmlns:a="http://schemas.openxmlformats.org/drawingml/2006/main">
              <a:ext uri="{FF2B5EF4-FFF2-40B4-BE49-F238E27FC236}">
                <a16:creationId xmlns:a16="http://schemas.microsoft.com/office/drawing/2014/main" id="{9313CA36-F5B2-406C-97F6-9AC12E65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963" y="2481263"/>
            <a:ext cx="113564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按排名分批进入 A.1b 读全文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保留命中依据，不用块拼正文</a:t>
            </a:r>
          </a:p>
        </p:txBody>
      </p:sp>
      <p:sp>
        <p:nvSpPr>
          <p:cNvPr id="56" name="source-rc26-read-results-text-589">
            <a:extLst xmlns:a="http://schemas.openxmlformats.org/drawingml/2006/main">
              <a:ext uri="{FF2B5EF4-FFF2-40B4-BE49-F238E27FC236}">
                <a16:creationId xmlns:a16="http://schemas.microsoft.com/office/drawing/2014/main" id="{DE4F99BE-849C-4229-B516-E0F5170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963" y="3578802"/>
            <a:ext cx="113564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 A.1b 逐项读取结果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只保留完整、有效的精确版本</a:t>
            </a:r>
          </a:p>
        </p:txBody>
      </p:sp>
      <p:sp>
        <p:nvSpPr>
          <p:cNvPr id="57" name="source-rc26-enough-text-590">
            <a:extLst xmlns:a="http://schemas.openxmlformats.org/drawingml/2006/main">
              <a:ext uri="{FF2B5EF4-FFF2-40B4-BE49-F238E27FC236}">
                <a16:creationId xmlns:a16="http://schemas.microsoft.com/office/drawing/2014/main" id="{645DB7CF-3E20-47AE-B96D-7BBF4354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162" y="3578802"/>
            <a:ext cx="629083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已凑齐 K 条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有效可读记忆？</a:t>
            </a:r>
          </a:p>
        </p:txBody>
      </p:sp>
      <p:sp>
        <p:nvSpPr>
          <p:cNvPr id="58" name="source-rc26-choose-text-591">
            <a:extLst xmlns:a="http://schemas.openxmlformats.org/drawingml/2006/main">
              <a:ext uri="{FF2B5EF4-FFF2-40B4-BE49-F238E27FC236}">
                <a16:creationId xmlns:a16="http://schemas.microsoft.com/office/drawing/2014/main" id="{E8E938AA-3A37-4C60-BFCD-0CC99EAE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238" y="3578802"/>
            <a:ext cx="1042771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选取排名前 K 条可用记忆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默认 K=20；保留停止原因</a:t>
            </a:r>
          </a:p>
        </p:txBody>
      </p:sp>
      <p:sp>
        <p:nvSpPr>
          <p:cNvPr id="59" name="source-rc26-candidate-out-text-592">
            <a:extLst xmlns:a="http://schemas.openxmlformats.org/drawingml/2006/main">
              <a:ext uri="{FF2B5EF4-FFF2-40B4-BE49-F238E27FC236}">
                <a16:creationId xmlns:a16="http://schemas.microsoft.com/office/drawing/2014/main" id="{69A4E7B3-603B-4D23-A6B4-A6DE8B3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167" y="3578802"/>
            <a:ext cx="1118755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主候选 ID / 版本 / 记忆名次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完整正文及来源状态 → A.1d</a:t>
            </a:r>
          </a:p>
        </p:txBody>
      </p:sp>
      <p:sp>
        <p:nvSpPr>
          <p:cNvPr id="60" name="source-rc26-limited-out-text-593">
            <a:extLst xmlns:a="http://schemas.openxmlformats.org/drawingml/2006/main">
              <a:ext uri="{FF2B5EF4-FFF2-40B4-BE49-F238E27FC236}">
                <a16:creationId xmlns:a16="http://schemas.microsoft.com/office/drawing/2014/main" id="{F74EE0A1-AED2-4922-A6A7-D4010EB0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305" y="3578802"/>
            <a:ext cx="1072320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不足 K 也如实返回现有候选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记录耗尽、额度或故障原因</a:t>
            </a:r>
          </a:p>
        </p:txBody>
      </p:sp>
      <p:sp>
        <p:nvSpPr>
          <p:cNvPr id="61" name="source-rc26-limits-text-594">
            <a:extLst xmlns:a="http://schemas.openxmlformats.org/drawingml/2006/main">
              <a:ext uri="{FF2B5EF4-FFF2-40B4-BE49-F238E27FC236}">
                <a16:creationId xmlns:a16="http://schemas.microsoft.com/office/drawing/2014/main" id="{B2AE04D2-858A-4926-BAEF-9E124DE4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602" y="4676342"/>
            <a:ext cx="882361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检查进度及剩余额度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期限、次数、不同块数</a:t>
            </a:r>
          </a:p>
        </p:txBody>
      </p:sp>
      <p:sp>
        <p:nvSpPr>
          <p:cNvPr id="62" name="source-rc26-can-more-text-595">
            <a:extLst xmlns:a="http://schemas.openxmlformats.org/drawingml/2006/main">
              <a:ext uri="{FF2B5EF4-FFF2-40B4-BE49-F238E27FC236}">
                <a16:creationId xmlns:a16="http://schemas.microsoft.com/office/drawing/2014/main" id="{5ACF92D2-42A1-474F-97E7-36ACDF38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588" y="4731219"/>
            <a:ext cx="460231" cy="147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仍可补取？</a:t>
            </a:r>
          </a:p>
        </p:txBody>
      </p:sp>
      <p:sp>
        <p:nvSpPr>
          <p:cNvPr id="63" name="source-rc26-expand-text-596">
            <a:extLst xmlns:a="http://schemas.openxmlformats.org/drawingml/2006/main">
              <a:ext uri="{FF2B5EF4-FFF2-40B4-BE49-F238E27FC236}">
                <a16:creationId xmlns:a16="http://schemas.microsoft.com/office/drawing/2014/main" id="{108A7FF4-2ABB-474F-950E-DB2045B7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517" y="4676342"/>
            <a:ext cx="840214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扩大块候选并去重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复用本次 Query 向量</a:t>
            </a:r>
          </a:p>
        </p:txBody>
      </p:sp>
      <p:sp>
        <p:nvSpPr>
          <p:cNvPr id="64" name="source-rc26-back-search-text-597">
            <a:extLst xmlns:a="http://schemas.openxmlformats.org/drawingml/2006/main">
              <a:ext uri="{FF2B5EF4-FFF2-40B4-BE49-F238E27FC236}">
                <a16:creationId xmlns:a16="http://schemas.microsoft.com/office/drawing/2014/main" id="{CC85A3FA-7793-4E52-9D03-074CAE4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511" y="4676342"/>
            <a:ext cx="1220066" cy="257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① 返回 A.1a 块检索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新候选重排，不重复读取同版本</a:t>
            </a:r>
          </a:p>
        </p:txBody>
      </p:sp>
      <p:sp>
        <p:nvSpPr>
          <p:cNvPr id="65" name="source-rc26-label-21-598">
            <a:extLst xmlns:a="http://schemas.openxmlformats.org/drawingml/2006/main">
              <a:ext uri="{FF2B5EF4-FFF2-40B4-BE49-F238E27FC236}">
                <a16:creationId xmlns:a16="http://schemas.microsoft.com/office/drawing/2014/main" id="{5242F9E7-C4F3-474B-995A-73B8DC4F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831" y="3090397"/>
            <a:ext cx="380026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A.1b 返回</a:t>
            </a:r>
          </a:p>
        </p:txBody>
      </p:sp>
      <p:sp>
        <p:nvSpPr>
          <p:cNvPr id="66" name="source-rc26-label-23-599">
            <a:extLst xmlns:a="http://schemas.openxmlformats.org/drawingml/2006/main">
              <a:ext uri="{FF2B5EF4-FFF2-40B4-BE49-F238E27FC236}">
                <a16:creationId xmlns:a16="http://schemas.microsoft.com/office/drawing/2014/main" id="{E50640D9-8144-4989-926D-01B4BD2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22" y="3542077"/>
            <a:ext cx="114084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67" name="source-rc26-label-26-600">
            <a:extLst xmlns:a="http://schemas.openxmlformats.org/drawingml/2006/main">
              <a:ext uri="{FF2B5EF4-FFF2-40B4-BE49-F238E27FC236}">
                <a16:creationId xmlns:a16="http://schemas.microsoft.com/office/drawing/2014/main" id="{BCC90CD3-E8BE-4D7E-B246-AB5DF4C1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923" y="4048634"/>
            <a:ext cx="114084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68" name="source-rc26-label-28-601">
            <a:extLst xmlns:a="http://schemas.openxmlformats.org/drawingml/2006/main">
              <a:ext uri="{FF2B5EF4-FFF2-40B4-BE49-F238E27FC236}">
                <a16:creationId xmlns:a16="http://schemas.microsoft.com/office/drawing/2014/main" id="{70BBA517-48FC-4526-9BAC-A3F0F38F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22" y="4639617"/>
            <a:ext cx="114084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69" name="source-rc26-label-30-602">
            <a:extLst xmlns:a="http://schemas.openxmlformats.org/drawingml/2006/main">
              <a:ext uri="{FF2B5EF4-FFF2-40B4-BE49-F238E27FC236}">
                <a16:creationId xmlns:a16="http://schemas.microsoft.com/office/drawing/2014/main" id="{1A2342B5-90B6-417E-A9C5-0CC28038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617" y="5209493"/>
            <a:ext cx="721952" cy="1368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否：停止并说明原因</a:t>
            </a:r>
          </a:p>
        </p:txBody>
      </p:sp>
      <p:sp>
        <p:nvSpPr>
          <p:cNvPr id="70" name="text-603">
            <a:extLst xmlns:a="http://schemas.openxmlformats.org/drawingml/2006/main">
              <a:ext uri="{FF2B5EF4-FFF2-40B4-BE49-F238E27FC236}">
                <a16:creationId xmlns:a16="http://schemas.microsoft.com/office/drawing/2014/main" id="{98D62DF6-88C4-498A-AD59-BF836724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665481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text-604">
            <a:extLst xmlns:a="http://schemas.openxmlformats.org/drawingml/2006/main">
              <a:ext uri="{FF2B5EF4-FFF2-40B4-BE49-F238E27FC236}">
                <a16:creationId xmlns:a16="http://schemas.microsoft.com/office/drawing/2014/main" id="{C9083A6E-D675-483E-B34C-F49183FC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605">
            <a:extLst xmlns:a="http://schemas.openxmlformats.org/drawingml/2006/main">
              <a:ext uri="{FF2B5EF4-FFF2-40B4-BE49-F238E27FC236}">
                <a16:creationId xmlns:a16="http://schemas.microsoft.com/office/drawing/2014/main" id="{56F6B7C0-E5E9-41B7-8B52-BD43B25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 ContextPack 组装</a:t>
            </a:r>
          </a:p>
        </p:txBody>
      </p:sp>
      <p:sp>
        <p:nvSpPr>
          <p:cNvPr id="3" name="text-606">
            <a:extLst xmlns:a="http://schemas.openxmlformats.org/drawingml/2006/main">
              <a:ext uri="{FF2B5EF4-FFF2-40B4-BE49-F238E27FC236}">
                <a16:creationId xmlns:a16="http://schemas.microsoft.com/office/drawing/2014/main" id="{C3221CEE-E78C-4DF3-8CA1-50447C61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607">
            <a:extLst xmlns:a="http://schemas.openxmlformats.org/drawingml/2006/main">
              <a:ext uri="{FF2B5EF4-FFF2-40B4-BE49-F238E27FC236}">
                <a16:creationId xmlns:a16="http://schemas.microsoft.com/office/drawing/2014/main" id="{53D488F4-C5C1-4EC7-BE87-74F4DB9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608">
            <a:extLst xmlns:a="http://schemas.openxmlformats.org/drawingml/2006/main">
              <a:ext uri="{FF2B5EF4-FFF2-40B4-BE49-F238E27FC236}">
                <a16:creationId xmlns:a16="http://schemas.microsoft.com/office/drawing/2014/main" id="{3903B00D-D805-472A-88DA-AFCD3B98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09">
            <a:extLst xmlns:a="http://schemas.openxmlformats.org/drawingml/2006/main">
              <a:ext uri="{FF2B5EF4-FFF2-40B4-BE49-F238E27FC236}">
                <a16:creationId xmlns:a16="http://schemas.microsoft.com/office/drawing/2014/main" id="{874BDA10-F753-4F0D-A9BE-89EE3B3C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B07 / 12</a:t>
            </a:r>
          </a:p>
        </p:txBody>
      </p:sp>
      <p:sp>
        <p:nvSpPr>
          <p:cNvPr id="7" name="source-rc26-context">
            <a:extLst xmlns:a="http://schemas.openxmlformats.org/drawingml/2006/main">
              <a:ext uri="{FF2B5EF4-FFF2-40B4-BE49-F238E27FC236}">
                <a16:creationId xmlns:a16="http://schemas.microsoft.com/office/drawing/2014/main" id="{1E3149BE-E9C8-4851-BB04-42FECC49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0725" y="1885950"/>
            <a:ext cx="78356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rc26-context-in">
            <a:extLst xmlns:a="http://schemas.openxmlformats.org/drawingml/2006/main">
              <a:ext uri="{FF2B5EF4-FFF2-40B4-BE49-F238E27FC236}">
                <a16:creationId xmlns:a16="http://schemas.microsoft.com/office/drawing/2014/main" id="{EB6D5226-DC9F-4E6C-A175-3B0EA36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200" y="21546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9" name="source-rc26-source-rank">
            <a:extLst xmlns:a="http://schemas.openxmlformats.org/drawingml/2006/main">
              <a:ext uri="{FF2B5EF4-FFF2-40B4-BE49-F238E27FC236}">
                <a16:creationId xmlns:a16="http://schemas.microsoft.com/office/drawing/2014/main" id="{ACB5AE09-7297-40A1-B613-A16E68DC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400" y="21546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0" name="source-rc26-rrf">
            <a:extLst xmlns:a="http://schemas.openxmlformats.org/drawingml/2006/main">
              <a:ext uri="{FF2B5EF4-FFF2-40B4-BE49-F238E27FC236}">
                <a16:creationId xmlns:a16="http://schemas.microsoft.com/office/drawing/2014/main" id="{3F035CE3-15ED-4FA2-9823-16C3316C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9600" y="21546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1" name="source-rc26-relations">
            <a:extLst xmlns:a="http://schemas.openxmlformats.org/drawingml/2006/main">
              <a:ext uri="{FF2B5EF4-FFF2-40B4-BE49-F238E27FC236}">
                <a16:creationId xmlns:a16="http://schemas.microsoft.com/office/drawing/2014/main" id="{27665B07-AE39-4DDB-9DF8-AF81AE8B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800" y="21546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2" name="source-rc26-members">
            <a:extLst xmlns:a="http://schemas.openxmlformats.org/drawingml/2006/main">
              <a:ext uri="{FF2B5EF4-FFF2-40B4-BE49-F238E27FC236}">
                <a16:creationId xmlns:a16="http://schemas.microsoft.com/office/drawing/2014/main" id="{4300D294-0CA8-4284-9475-FC685455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4000" y="21546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3" name="source-rc26-group-complete">
            <a:extLst xmlns:a="http://schemas.openxmlformats.org/drawingml/2006/main">
              <a:ext uri="{FF2B5EF4-FFF2-40B4-BE49-F238E27FC236}">
                <a16:creationId xmlns:a16="http://schemas.microsoft.com/office/drawing/2014/main" id="{EDF3E64E-96C2-4EEE-831E-FF007E3B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4000" y="2879955"/>
            <a:ext cx="1313400" cy="4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4" name="source-rc26-groups">
            <a:extLst xmlns:a="http://schemas.openxmlformats.org/drawingml/2006/main">
              <a:ext uri="{FF2B5EF4-FFF2-40B4-BE49-F238E27FC236}">
                <a16:creationId xmlns:a16="http://schemas.microsoft.com/office/drawing/2014/main" id="{E14CB735-EAAB-4CC8-9DDD-979BA3A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800" y="29307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5" name="source-rc26-budget">
            <a:extLst xmlns:a="http://schemas.openxmlformats.org/drawingml/2006/main">
              <a:ext uri="{FF2B5EF4-FFF2-40B4-BE49-F238E27FC236}">
                <a16:creationId xmlns:a16="http://schemas.microsoft.com/office/drawing/2014/main" id="{5680C2D6-A7A5-40C1-B3D9-7AE738F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9600" y="29307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6" name="source-rc26-next-group">
            <a:extLst xmlns:a="http://schemas.openxmlformats.org/drawingml/2006/main">
              <a:ext uri="{FF2B5EF4-FFF2-40B4-BE49-F238E27FC236}">
                <a16:creationId xmlns:a16="http://schemas.microsoft.com/office/drawing/2014/main" id="{6C8758D9-8DDF-4BB6-AAF1-882E92F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400" y="29307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7" name="source-rc26-fits">
            <a:extLst xmlns:a="http://schemas.openxmlformats.org/drawingml/2006/main">
              <a:ext uri="{FF2B5EF4-FFF2-40B4-BE49-F238E27FC236}">
                <a16:creationId xmlns:a16="http://schemas.microsoft.com/office/drawing/2014/main" id="{81DC7DBA-7698-4A5D-B90D-7CCA3B2E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200" y="2879955"/>
            <a:ext cx="1313400" cy="4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8" name="source-rc26-accept">
            <a:extLst xmlns:a="http://schemas.openxmlformats.org/drawingml/2006/main">
              <a:ext uri="{FF2B5EF4-FFF2-40B4-BE49-F238E27FC236}">
                <a16:creationId xmlns:a16="http://schemas.microsoft.com/office/drawing/2014/main" id="{E3A6FFF1-BE61-4E81-94B4-56831E5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200" y="37068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19" name="source-rc26-more-groups">
            <a:extLst xmlns:a="http://schemas.openxmlformats.org/drawingml/2006/main">
              <a:ext uri="{FF2B5EF4-FFF2-40B4-BE49-F238E27FC236}">
                <a16:creationId xmlns:a16="http://schemas.microsoft.com/office/drawing/2014/main" id="{31023080-2ABA-4C5D-8502-04FDB998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7400" y="3656055"/>
            <a:ext cx="1313400" cy="4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0" name="source-rc26-has-content">
            <a:extLst xmlns:a="http://schemas.openxmlformats.org/drawingml/2006/main">
              <a:ext uri="{FF2B5EF4-FFF2-40B4-BE49-F238E27FC236}">
                <a16:creationId xmlns:a16="http://schemas.microsoft.com/office/drawing/2014/main" id="{85807945-9320-46DA-AD7A-29B688D0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9600" y="3656055"/>
            <a:ext cx="1313400" cy="4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1" name="source-rc26-final-guard">
            <a:extLst xmlns:a="http://schemas.openxmlformats.org/drawingml/2006/main">
              <a:ext uri="{FF2B5EF4-FFF2-40B4-BE49-F238E27FC236}">
                <a16:creationId xmlns:a16="http://schemas.microsoft.com/office/drawing/2014/main" id="{AE0CC1F7-96E0-444A-ABDD-91BE4908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800" y="370680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2" name="source-rc26-stable">
            <a:extLst xmlns:a="http://schemas.openxmlformats.org/drawingml/2006/main">
              <a:ext uri="{FF2B5EF4-FFF2-40B4-BE49-F238E27FC236}">
                <a16:creationId xmlns:a16="http://schemas.microsoft.com/office/drawing/2014/main" id="{911FD8F0-F723-40BE-B88F-9DE96CF7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4000" y="3656055"/>
            <a:ext cx="1313400" cy="447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3" name="source-rc26-skip">
            <a:extLst xmlns:a="http://schemas.openxmlformats.org/drawingml/2006/main">
              <a:ext uri="{FF2B5EF4-FFF2-40B4-BE49-F238E27FC236}">
                <a16:creationId xmlns:a16="http://schemas.microsoft.com/office/drawing/2014/main" id="{1B50BAC6-FE9B-4E8E-BA0E-5A97E322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5200" y="451275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4" name="source-rc26-no-pack">
            <a:extLst xmlns:a="http://schemas.openxmlformats.org/drawingml/2006/main">
              <a:ext uri="{FF2B5EF4-FFF2-40B4-BE49-F238E27FC236}">
                <a16:creationId xmlns:a16="http://schemas.microsoft.com/office/drawing/2014/main" id="{849DDE9A-200D-408D-BBF1-8ECE04C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9600" y="451275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5" name="source-rc26-reassemble">
            <a:extLst xmlns:a="http://schemas.openxmlformats.org/drawingml/2006/main">
              <a:ext uri="{FF2B5EF4-FFF2-40B4-BE49-F238E27FC236}">
                <a16:creationId xmlns:a16="http://schemas.microsoft.com/office/drawing/2014/main" id="{06CC6BD1-B926-436D-9C1F-EA924AFE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800" y="451275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6" name="source-rc26-pack-commit">
            <a:extLst xmlns:a="http://schemas.openxmlformats.org/drawingml/2006/main">
              <a:ext uri="{FF2B5EF4-FFF2-40B4-BE49-F238E27FC236}">
                <a16:creationId xmlns:a16="http://schemas.microsoft.com/office/drawing/2014/main" id="{47B5B224-9401-4745-B45C-5948EAB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4000" y="4512750"/>
            <a:ext cx="1313400" cy="34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7" name="source-rc26-commit-junction">
            <a:extLst xmlns:a="http://schemas.openxmlformats.org/drawingml/2006/main">
              <a:ext uri="{FF2B5EF4-FFF2-40B4-BE49-F238E27FC236}">
                <a16:creationId xmlns:a16="http://schemas.microsoft.com/office/drawing/2014/main" id="{F1BC8398-7999-4BCD-A562-47139E8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1745" y="4214250"/>
            <a:ext cx="17910" cy="179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4763">
            <a:solidFill>
              <a:srgbClr val="222222"/>
            </a:solidFill>
          </a:ln>
        </p:spPr>
      </p:sp>
      <p:sp>
        <p:nvSpPr>
          <p:cNvPr id="28" name="source-rc26-edge-46-610">
            <a:extLst xmlns:a="http://schemas.openxmlformats.org/drawingml/2006/main">
              <a:ext uri="{FF2B5EF4-FFF2-40B4-BE49-F238E27FC236}">
                <a16:creationId xmlns:a16="http://schemas.microsoft.com/office/drawing/2014/main" id="{0630A2CE-7BC7-49AC-A935-0BC67A63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600" y="23277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29" name="route-611">
            <a:extLst xmlns:a="http://schemas.openxmlformats.org/drawingml/2006/main">
              <a:ext uri="{FF2B5EF4-FFF2-40B4-BE49-F238E27FC236}">
                <a16:creationId xmlns:a16="http://schemas.microsoft.com/office/drawing/2014/main" id="{BFB69060-57AE-4F7C-9466-140ED2A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200" y="22896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0" name="source-rc26-edge-47-612">
            <a:extLst xmlns:a="http://schemas.openxmlformats.org/drawingml/2006/main">
              <a:ext uri="{FF2B5EF4-FFF2-40B4-BE49-F238E27FC236}">
                <a16:creationId xmlns:a16="http://schemas.microsoft.com/office/drawing/2014/main" id="{849754BD-32D5-4C8E-9706-C3299B28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0" y="23277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1" name="route-613">
            <a:extLst xmlns:a="http://schemas.openxmlformats.org/drawingml/2006/main">
              <a:ext uri="{FF2B5EF4-FFF2-40B4-BE49-F238E27FC236}">
                <a16:creationId xmlns:a16="http://schemas.microsoft.com/office/drawing/2014/main" id="{ED26CFB9-8D68-471A-A59A-DF0B80B7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00" y="22896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2" name="source-rc26-edge-48-614">
            <a:extLst xmlns:a="http://schemas.openxmlformats.org/drawingml/2006/main">
              <a:ext uri="{FF2B5EF4-FFF2-40B4-BE49-F238E27FC236}">
                <a16:creationId xmlns:a16="http://schemas.microsoft.com/office/drawing/2014/main" id="{D417F937-BA16-4F7A-80FD-80B2CDC8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000" y="23277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3" name="route-615">
            <a:extLst xmlns:a="http://schemas.openxmlformats.org/drawingml/2006/main">
              <a:ext uri="{FF2B5EF4-FFF2-40B4-BE49-F238E27FC236}">
                <a16:creationId xmlns:a16="http://schemas.microsoft.com/office/drawing/2014/main" id="{CBA57734-CA15-424A-8A4E-5ACD289D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600" y="22896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4" name="source-rc26-edge-49-616">
            <a:extLst xmlns:a="http://schemas.openxmlformats.org/drawingml/2006/main">
              <a:ext uri="{FF2B5EF4-FFF2-40B4-BE49-F238E27FC236}">
                <a16:creationId xmlns:a16="http://schemas.microsoft.com/office/drawing/2014/main" id="{119606CF-3558-4074-AAB4-4155AE3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200" y="23277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5" name="route-617">
            <a:extLst xmlns:a="http://schemas.openxmlformats.org/drawingml/2006/main">
              <a:ext uri="{FF2B5EF4-FFF2-40B4-BE49-F238E27FC236}">
                <a16:creationId xmlns:a16="http://schemas.microsoft.com/office/drawing/2014/main" id="{D704D739-216C-4DA8-801E-DBCCB41B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00" y="22896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6" name="source-rc26-edge-50-618">
            <a:extLst xmlns:a="http://schemas.openxmlformats.org/drawingml/2006/main">
              <a:ext uri="{FF2B5EF4-FFF2-40B4-BE49-F238E27FC236}">
                <a16:creationId xmlns:a16="http://schemas.microsoft.com/office/drawing/2014/main" id="{AF1443EF-E807-4E60-A472-97B4E994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700" y="2500860"/>
            <a:ext cx="95" cy="379095"/>
          </a:xfrm>
          <a:custGeom xmlns:a="http://schemas.openxmlformats.org/drawingml/2006/main">
            <a:pathLst>
              <a:path w="95" h="379095">
                <a:moveTo>
                  <a:pt x="0" y="0"/>
                </a:moveTo>
                <a:lnTo>
                  <a:pt x="0" y="379095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7" name="route-619">
            <a:extLst xmlns:a="http://schemas.openxmlformats.org/drawingml/2006/main">
              <a:ext uri="{FF2B5EF4-FFF2-40B4-BE49-F238E27FC236}">
                <a16:creationId xmlns:a16="http://schemas.microsoft.com/office/drawing/2014/main" id="{09485C18-3E6E-4371-860D-3FE50A80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600" y="280375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8" name="source-rc26-edge-51-620">
            <a:extLst xmlns:a="http://schemas.openxmlformats.org/drawingml/2006/main">
              <a:ext uri="{FF2B5EF4-FFF2-40B4-BE49-F238E27FC236}">
                <a16:creationId xmlns:a16="http://schemas.microsoft.com/office/drawing/2014/main" id="{0760B4D3-3C03-4451-B330-839C608F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200" y="3103830"/>
            <a:ext cx="238800" cy="95"/>
          </a:xfrm>
          <a:custGeom xmlns:a="http://schemas.openxmlformats.org/drawingml/2006/main">
            <a:pathLst>
              <a:path w="238800" h="95">
                <a:moveTo>
                  <a:pt x="238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39" name="route-621">
            <a:extLst xmlns:a="http://schemas.openxmlformats.org/drawingml/2006/main">
              <a:ext uri="{FF2B5EF4-FFF2-40B4-BE49-F238E27FC236}">
                <a16:creationId xmlns:a16="http://schemas.microsoft.com/office/drawing/2014/main" id="{BA592D36-3437-4187-94DE-A55C4EA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200" y="30657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0" name="source-rc26-edge-52-622">
            <a:extLst xmlns:a="http://schemas.openxmlformats.org/drawingml/2006/main">
              <a:ext uri="{FF2B5EF4-FFF2-40B4-BE49-F238E27FC236}">
                <a16:creationId xmlns:a16="http://schemas.microsoft.com/office/drawing/2014/main" id="{1C17E65C-0525-47EF-9C2A-B26A9AAE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000" y="3103830"/>
            <a:ext cx="238800" cy="95"/>
          </a:xfrm>
          <a:custGeom xmlns:a="http://schemas.openxmlformats.org/drawingml/2006/main">
            <a:pathLst>
              <a:path w="238800" h="95">
                <a:moveTo>
                  <a:pt x="238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1" name="route-623">
            <a:extLst xmlns:a="http://schemas.openxmlformats.org/drawingml/2006/main">
              <a:ext uri="{FF2B5EF4-FFF2-40B4-BE49-F238E27FC236}">
                <a16:creationId xmlns:a16="http://schemas.microsoft.com/office/drawing/2014/main" id="{39D9F089-B142-4A39-8F34-20EE95F1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000" y="30657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2" name="source-rc26-edge-53-624">
            <a:extLst xmlns:a="http://schemas.openxmlformats.org/drawingml/2006/main">
              <a:ext uri="{FF2B5EF4-FFF2-40B4-BE49-F238E27FC236}">
                <a16:creationId xmlns:a16="http://schemas.microsoft.com/office/drawing/2014/main" id="{93DF42F3-30C6-4395-BE8A-E437AF9A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0" y="3103830"/>
            <a:ext cx="238800" cy="95"/>
          </a:xfrm>
          <a:custGeom xmlns:a="http://schemas.openxmlformats.org/drawingml/2006/main">
            <a:pathLst>
              <a:path w="238800" h="95">
                <a:moveTo>
                  <a:pt x="238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3" name="route-625">
            <a:extLst xmlns:a="http://schemas.openxmlformats.org/drawingml/2006/main">
              <a:ext uri="{FF2B5EF4-FFF2-40B4-BE49-F238E27FC236}">
                <a16:creationId xmlns:a16="http://schemas.microsoft.com/office/drawing/2014/main" id="{2B6EDEEC-153B-497E-8827-CE364B23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0" y="30657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4" name="source-rc26-edge-54-626">
            <a:extLst xmlns:a="http://schemas.openxmlformats.org/drawingml/2006/main">
              <a:ext uri="{FF2B5EF4-FFF2-40B4-BE49-F238E27FC236}">
                <a16:creationId xmlns:a16="http://schemas.microsoft.com/office/drawing/2014/main" id="{35CEC26A-89DA-4209-9E20-9D9B8FCE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600" y="3103830"/>
            <a:ext cx="238800" cy="95"/>
          </a:xfrm>
          <a:custGeom xmlns:a="http://schemas.openxmlformats.org/drawingml/2006/main">
            <a:pathLst>
              <a:path w="238800" h="95">
                <a:moveTo>
                  <a:pt x="238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5" name="route-627">
            <a:extLst xmlns:a="http://schemas.openxmlformats.org/drawingml/2006/main">
              <a:ext uri="{FF2B5EF4-FFF2-40B4-BE49-F238E27FC236}">
                <a16:creationId xmlns:a16="http://schemas.microsoft.com/office/drawing/2014/main" id="{09C036AA-402A-41C6-AEF8-F1E5D24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600" y="306573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6" name="source-rc26-edge-55-628">
            <a:extLst xmlns:a="http://schemas.openxmlformats.org/drawingml/2006/main">
              <a:ext uri="{FF2B5EF4-FFF2-40B4-BE49-F238E27FC236}">
                <a16:creationId xmlns:a16="http://schemas.microsoft.com/office/drawing/2014/main" id="{8AC01D3C-B75F-4B9F-9F1B-C6A9467D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900" y="3327705"/>
            <a:ext cx="95" cy="379095"/>
          </a:xfrm>
          <a:custGeom xmlns:a="http://schemas.openxmlformats.org/drawingml/2006/main">
            <a:pathLst>
              <a:path w="95" h="379095">
                <a:moveTo>
                  <a:pt x="0" y="0"/>
                </a:moveTo>
                <a:lnTo>
                  <a:pt x="0" y="379095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7" name="route-629">
            <a:extLst xmlns:a="http://schemas.openxmlformats.org/drawingml/2006/main">
              <a:ext uri="{FF2B5EF4-FFF2-40B4-BE49-F238E27FC236}">
                <a16:creationId xmlns:a16="http://schemas.microsoft.com/office/drawing/2014/main" id="{A5FC60B1-5010-4C74-8E0F-583A49D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800" y="36306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8" name="source-rc26-edge-56-630">
            <a:extLst xmlns:a="http://schemas.openxmlformats.org/drawingml/2006/main">
              <a:ext uri="{FF2B5EF4-FFF2-40B4-BE49-F238E27FC236}">
                <a16:creationId xmlns:a16="http://schemas.microsoft.com/office/drawing/2014/main" id="{B36A5CF7-BB31-4BC3-980B-BC0EA2E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600" y="38799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49" name="route-631">
            <a:extLst xmlns:a="http://schemas.openxmlformats.org/drawingml/2006/main">
              <a:ext uri="{FF2B5EF4-FFF2-40B4-BE49-F238E27FC236}">
                <a16:creationId xmlns:a16="http://schemas.microsoft.com/office/drawing/2014/main" id="{D30ACC21-1BBC-4EFF-89F3-207B6A45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200" y="38418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0" name="source-rc26-edge-57-632">
            <a:extLst xmlns:a="http://schemas.openxmlformats.org/drawingml/2006/main">
              <a:ext uri="{FF2B5EF4-FFF2-40B4-BE49-F238E27FC236}">
                <a16:creationId xmlns:a16="http://schemas.microsoft.com/office/drawing/2014/main" id="{66E0F2FB-FB13-4B47-9C2E-1325BCE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100" y="3276960"/>
            <a:ext cx="95" cy="379095"/>
          </a:xfrm>
          <a:custGeom xmlns:a="http://schemas.openxmlformats.org/drawingml/2006/main">
            <a:pathLst>
              <a:path w="95" h="379095">
                <a:moveTo>
                  <a:pt x="0" y="3790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1" name="route-633">
            <a:extLst xmlns:a="http://schemas.openxmlformats.org/drawingml/2006/main">
              <a:ext uri="{FF2B5EF4-FFF2-40B4-BE49-F238E27FC236}">
                <a16:creationId xmlns:a16="http://schemas.microsoft.com/office/drawing/2014/main" id="{C807E263-6903-4878-A7F3-13EA5391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000" y="327696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2" name="source-rc26-edge-58-634">
            <a:extLst xmlns:a="http://schemas.openxmlformats.org/drawingml/2006/main">
              <a:ext uri="{FF2B5EF4-FFF2-40B4-BE49-F238E27FC236}">
                <a16:creationId xmlns:a16="http://schemas.microsoft.com/office/drawing/2014/main" id="{F67D8B92-631E-436B-A38D-CD1B623E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800" y="38799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3" name="route-635">
            <a:extLst xmlns:a="http://schemas.openxmlformats.org/drawingml/2006/main">
              <a:ext uri="{FF2B5EF4-FFF2-40B4-BE49-F238E27FC236}">
                <a16:creationId xmlns:a16="http://schemas.microsoft.com/office/drawing/2014/main" id="{BCD32E37-F4B5-4FBF-90EF-7BC7533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400" y="38418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4" name="source-rc26-edge-59-636">
            <a:extLst xmlns:a="http://schemas.openxmlformats.org/drawingml/2006/main">
              <a:ext uri="{FF2B5EF4-FFF2-40B4-BE49-F238E27FC236}">
                <a16:creationId xmlns:a16="http://schemas.microsoft.com/office/drawing/2014/main" id="{839D9B93-B440-4324-8C1E-8A2E87FA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000" y="38799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5" name="route-637">
            <a:extLst xmlns:a="http://schemas.openxmlformats.org/drawingml/2006/main">
              <a:ext uri="{FF2B5EF4-FFF2-40B4-BE49-F238E27FC236}">
                <a16:creationId xmlns:a16="http://schemas.microsoft.com/office/drawing/2014/main" id="{CEBA5DA3-8165-4D4A-A04F-730D275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600" y="38418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6" name="source-rc26-edge-60-638">
            <a:extLst xmlns:a="http://schemas.openxmlformats.org/drawingml/2006/main">
              <a:ext uri="{FF2B5EF4-FFF2-40B4-BE49-F238E27FC236}">
                <a16:creationId xmlns:a16="http://schemas.microsoft.com/office/drawing/2014/main" id="{1C14C815-0CE9-4DE9-81DF-9CEE0812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200" y="3879930"/>
            <a:ext cx="238800" cy="95"/>
          </a:xfrm>
          <a:custGeom xmlns:a="http://schemas.openxmlformats.org/drawingml/2006/main">
            <a:pathLst>
              <a:path w="238800" h="95">
                <a:moveTo>
                  <a:pt x="0" y="0"/>
                </a:moveTo>
                <a:lnTo>
                  <a:pt x="23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7" name="route-639">
            <a:extLst xmlns:a="http://schemas.openxmlformats.org/drawingml/2006/main">
              <a:ext uri="{FF2B5EF4-FFF2-40B4-BE49-F238E27FC236}">
                <a16:creationId xmlns:a16="http://schemas.microsoft.com/office/drawing/2014/main" id="{1EF919B6-8543-4540-9BAA-ADA05C8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800" y="384183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8" name="source-rc26-edge-61-640">
            <a:extLst xmlns:a="http://schemas.openxmlformats.org/drawingml/2006/main">
              <a:ext uri="{FF2B5EF4-FFF2-40B4-BE49-F238E27FC236}">
                <a16:creationId xmlns:a16="http://schemas.microsoft.com/office/drawing/2014/main" id="{7B157B70-4388-4600-9CEB-491EEA43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575" y="3103830"/>
            <a:ext cx="74625" cy="1582050"/>
          </a:xfrm>
          <a:custGeom xmlns:a="http://schemas.openxmlformats.org/drawingml/2006/main">
            <a:pathLst>
              <a:path w="74625" h="1582050">
                <a:moveTo>
                  <a:pt x="74625" y="0"/>
                </a:moveTo>
                <a:lnTo>
                  <a:pt x="0" y="0"/>
                </a:lnTo>
                <a:lnTo>
                  <a:pt x="0" y="1582050"/>
                </a:lnTo>
                <a:lnTo>
                  <a:pt x="74625" y="158205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59" name="route-641">
            <a:extLst xmlns:a="http://schemas.openxmlformats.org/drawingml/2006/main">
              <a:ext uri="{FF2B5EF4-FFF2-40B4-BE49-F238E27FC236}">
                <a16:creationId xmlns:a16="http://schemas.microsoft.com/office/drawing/2014/main" id="{9F439D7B-CC8E-43F0-B09C-64D8F23A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00" y="464778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0" name="source-rc26-edge-62-642">
            <a:extLst xmlns:a="http://schemas.openxmlformats.org/drawingml/2006/main">
              <a:ext uri="{FF2B5EF4-FFF2-40B4-BE49-F238E27FC236}">
                <a16:creationId xmlns:a16="http://schemas.microsoft.com/office/drawing/2014/main" id="{FC30F067-2160-4D04-831B-EA2088C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600" y="4103805"/>
            <a:ext cx="895500" cy="582075"/>
          </a:xfrm>
          <a:custGeom xmlns:a="http://schemas.openxmlformats.org/drawingml/2006/main">
            <a:pathLst>
              <a:path w="895500" h="582075">
                <a:moveTo>
                  <a:pt x="0" y="582075"/>
                </a:moveTo>
                <a:lnTo>
                  <a:pt x="895500" y="582075"/>
                </a:lnTo>
                <a:lnTo>
                  <a:pt x="89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1" name="route-643">
            <a:extLst xmlns:a="http://schemas.openxmlformats.org/drawingml/2006/main">
              <a:ext uri="{FF2B5EF4-FFF2-40B4-BE49-F238E27FC236}">
                <a16:creationId xmlns:a16="http://schemas.microsoft.com/office/drawing/2014/main" id="{C3F06AA0-599A-4A5F-818F-2B5DD18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000" y="410380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2" name="source-rc26-edge-63-644">
            <a:extLst xmlns:a="http://schemas.openxmlformats.org/drawingml/2006/main">
              <a:ext uri="{FF2B5EF4-FFF2-40B4-BE49-F238E27FC236}">
                <a16:creationId xmlns:a16="http://schemas.microsoft.com/office/drawing/2014/main" id="{409BF5BE-5A06-4388-8755-C4056A83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0" y="4103805"/>
            <a:ext cx="95" cy="408945"/>
          </a:xfrm>
          <a:custGeom xmlns:a="http://schemas.openxmlformats.org/drawingml/2006/main">
            <a:pathLst>
              <a:path w="95" h="408945">
                <a:moveTo>
                  <a:pt x="0" y="0"/>
                </a:moveTo>
                <a:lnTo>
                  <a:pt x="0" y="408945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3" name="route-645">
            <a:extLst xmlns:a="http://schemas.openxmlformats.org/drawingml/2006/main">
              <a:ext uri="{FF2B5EF4-FFF2-40B4-BE49-F238E27FC236}">
                <a16:creationId xmlns:a16="http://schemas.microsoft.com/office/drawing/2014/main" id="{F759359E-1374-40B3-9052-75295363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200" y="44365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4" name="source-rc26-edge-64-646">
            <a:extLst xmlns:a="http://schemas.openxmlformats.org/drawingml/2006/main">
              <a:ext uri="{FF2B5EF4-FFF2-40B4-BE49-F238E27FC236}">
                <a16:creationId xmlns:a16="http://schemas.microsoft.com/office/drawing/2014/main" id="{BB307EBB-A8E7-4B0E-B806-8B57EBAD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700" y="4103805"/>
            <a:ext cx="95" cy="110445"/>
          </a:xfrm>
          <a:custGeom xmlns:a="http://schemas.openxmlformats.org/drawingml/2006/main">
            <a:pathLst>
              <a:path w="95" h="110445">
                <a:moveTo>
                  <a:pt x="0" y="0"/>
                </a:moveTo>
                <a:lnTo>
                  <a:pt x="0" y="110445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5" name="route-647">
            <a:extLst xmlns:a="http://schemas.openxmlformats.org/drawingml/2006/main">
              <a:ext uri="{FF2B5EF4-FFF2-40B4-BE49-F238E27FC236}">
                <a16:creationId xmlns:a16="http://schemas.microsoft.com/office/drawing/2014/main" id="{1230B2EA-0119-4FCB-9748-3ECF0200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600" y="41380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6" name="source-rc26-edge-65-648">
            <a:extLst xmlns:a="http://schemas.openxmlformats.org/drawingml/2006/main">
              <a:ext uri="{FF2B5EF4-FFF2-40B4-BE49-F238E27FC236}">
                <a16:creationId xmlns:a16="http://schemas.microsoft.com/office/drawing/2014/main" id="{E3EC2785-6F11-44A7-98CE-DB53AA28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700" y="4232160"/>
            <a:ext cx="95" cy="280590"/>
          </a:xfrm>
          <a:custGeom xmlns:a="http://schemas.openxmlformats.org/drawingml/2006/main">
            <a:pathLst>
              <a:path w="95" h="280590">
                <a:moveTo>
                  <a:pt x="0" y="0"/>
                </a:moveTo>
                <a:lnTo>
                  <a:pt x="0" y="28059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7" name="route-649">
            <a:extLst xmlns:a="http://schemas.openxmlformats.org/drawingml/2006/main">
              <a:ext uri="{FF2B5EF4-FFF2-40B4-BE49-F238E27FC236}">
                <a16:creationId xmlns:a16="http://schemas.microsoft.com/office/drawing/2014/main" id="{80638CE4-F016-4056-867C-00E2A04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600" y="44365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8" name="source-rc26-edge-66-650">
            <a:extLst xmlns:a="http://schemas.openxmlformats.org/drawingml/2006/main">
              <a:ext uri="{FF2B5EF4-FFF2-40B4-BE49-F238E27FC236}">
                <a16:creationId xmlns:a16="http://schemas.microsoft.com/office/drawing/2014/main" id="{97CA6E33-A1E1-41C0-9E6A-80ABF0D0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500" y="4223205"/>
            <a:ext cx="1543245" cy="289545"/>
          </a:xfrm>
          <a:custGeom xmlns:a="http://schemas.openxmlformats.org/drawingml/2006/main">
            <a:pathLst>
              <a:path w="1543245" h="289545">
                <a:moveTo>
                  <a:pt x="1543245" y="0"/>
                </a:moveTo>
                <a:lnTo>
                  <a:pt x="0" y="0"/>
                </a:lnTo>
                <a:lnTo>
                  <a:pt x="0" y="289545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69" name="route-651">
            <a:extLst xmlns:a="http://schemas.openxmlformats.org/drawingml/2006/main">
              <a:ext uri="{FF2B5EF4-FFF2-40B4-BE49-F238E27FC236}">
                <a16:creationId xmlns:a16="http://schemas.microsoft.com/office/drawing/2014/main" id="{F93618C2-26C0-4B91-9156-277D2F7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400" y="44365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70" name="source-rc26-edge-67-652">
            <a:extLst xmlns:a="http://schemas.openxmlformats.org/drawingml/2006/main">
              <a:ext uri="{FF2B5EF4-FFF2-40B4-BE49-F238E27FC236}">
                <a16:creationId xmlns:a16="http://schemas.microsoft.com/office/drawing/2014/main" id="{C423AE36-8B22-4F3F-9B33-849C136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300" y="3103830"/>
            <a:ext cx="3910350" cy="2140245"/>
          </a:xfrm>
          <a:custGeom xmlns:a="http://schemas.openxmlformats.org/drawingml/2006/main">
            <a:pathLst>
              <a:path w="3910350" h="2140245">
                <a:moveTo>
                  <a:pt x="3761100" y="0"/>
                </a:moveTo>
                <a:lnTo>
                  <a:pt x="3910350" y="0"/>
                </a:lnTo>
                <a:lnTo>
                  <a:pt x="3910350" y="2140245"/>
                </a:lnTo>
                <a:lnTo>
                  <a:pt x="0" y="2140245"/>
                </a:lnTo>
                <a:lnTo>
                  <a:pt x="0" y="175518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71" name="route-653">
            <a:extLst xmlns:a="http://schemas.openxmlformats.org/drawingml/2006/main">
              <a:ext uri="{FF2B5EF4-FFF2-40B4-BE49-F238E27FC236}">
                <a16:creationId xmlns:a16="http://schemas.microsoft.com/office/drawing/2014/main" id="{AAF8B5BA-F585-4D38-B2AE-FD92E7C5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200" y="485901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5373">
            <a:solidFill>
              <a:srgbClr val="222222"/>
            </a:solidFill>
            <a:prstDash val="solid"/>
          </a:ln>
        </p:spPr>
      </p:sp>
      <p:sp>
        <p:nvSpPr>
          <p:cNvPr id="72" name="source-rc26-context-title-654">
            <a:extLst xmlns:a="http://schemas.openxmlformats.org/drawingml/2006/main">
              <a:ext uri="{FF2B5EF4-FFF2-40B4-BE49-F238E27FC236}">
                <a16:creationId xmlns:a16="http://schemas.microsoft.com/office/drawing/2014/main" id="{A5932926-64C3-4469-A37F-F62852E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500" y="1927740"/>
            <a:ext cx="2402173" cy="1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64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64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A.1d · ContextPack 组装｜记忆排名 → 完整关系组 → 包预算 → 条件交付</a:t>
            </a:r>
          </a:p>
        </p:txBody>
      </p:sp>
      <p:sp>
        <p:nvSpPr>
          <p:cNvPr id="73" name="source-rc26-context-in-text-655">
            <a:extLst xmlns:a="http://schemas.openxmlformats.org/drawingml/2006/main">
              <a:ext uri="{FF2B5EF4-FFF2-40B4-BE49-F238E27FC236}">
                <a16:creationId xmlns:a16="http://schemas.microsoft.com/office/drawing/2014/main" id="{6998A04A-7C57-4562-93FF-438A209E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850" y="2250120"/>
            <a:ext cx="8142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接收各路可用记忆与完整正文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携带来源状态及停止原因</a:t>
            </a:r>
          </a:p>
        </p:txBody>
      </p:sp>
      <p:sp>
        <p:nvSpPr>
          <p:cNvPr id="74" name="source-rc26-source-rank-text-656">
            <a:extLst xmlns:a="http://schemas.openxmlformats.org/drawingml/2006/main">
              <a:ext uri="{FF2B5EF4-FFF2-40B4-BE49-F238E27FC236}">
                <a16:creationId xmlns:a16="http://schemas.microsoft.com/office/drawing/2014/main" id="{40CA452C-CF5A-4BF4-A42F-3337D67B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260" y="2250120"/>
            <a:ext cx="89778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来源内排序与精确版本去重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Working 时间窗；长期记忆名次</a:t>
            </a:r>
          </a:p>
        </p:txBody>
      </p:sp>
      <p:sp>
        <p:nvSpPr>
          <p:cNvPr id="75" name="source-rc26-rrf-text-657">
            <a:extLst xmlns:a="http://schemas.openxmlformats.org/drawingml/2006/main">
              <a:ext uri="{FF2B5EF4-FFF2-40B4-BE49-F238E27FC236}">
                <a16:creationId xmlns:a16="http://schemas.microsoft.com/office/drawing/2014/main" id="{861333A4-237E-49C7-AE6D-11BEB6B6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100" y="2250120"/>
            <a:ext cx="7545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多路 RRF；单路直接通过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同记忆每来源最多贡献一次</a:t>
            </a:r>
          </a:p>
        </p:txBody>
      </p:sp>
      <p:sp>
        <p:nvSpPr>
          <p:cNvPr id="76" name="source-rc26-relations-text-658">
            <a:extLst xmlns:a="http://schemas.openxmlformats.org/drawingml/2006/main">
              <a:ext uri="{FF2B5EF4-FFF2-40B4-BE49-F238E27FC236}">
                <a16:creationId xmlns:a16="http://schemas.microsoft.com/office/drawing/2014/main" id="{94B941EE-31E8-41BF-86E4-CDE1B6B0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600" y="2250120"/>
            <a:ext cx="8739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③ B 读取替代 / 冲突关系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按权威规则补齐必需成员及来源</a:t>
            </a:r>
          </a:p>
        </p:txBody>
      </p:sp>
      <p:sp>
        <p:nvSpPr>
          <p:cNvPr id="77" name="source-rc26-members-text-659">
            <a:extLst xmlns:a="http://schemas.openxmlformats.org/drawingml/2006/main">
              <a:ext uri="{FF2B5EF4-FFF2-40B4-BE49-F238E27FC236}">
                <a16:creationId xmlns:a16="http://schemas.microsoft.com/office/drawing/2014/main" id="{9368547B-8922-4682-AF10-C70FEE5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143" y="2250120"/>
            <a:ext cx="811215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 核验并读取补全成员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不计主候选 K，但计正文预算</a:t>
            </a:r>
          </a:p>
        </p:txBody>
      </p:sp>
      <p:sp>
        <p:nvSpPr>
          <p:cNvPr id="78" name="source-rc26-group-complete-text-660">
            <a:extLst xmlns:a="http://schemas.openxmlformats.org/drawingml/2006/main">
              <a:ext uri="{FF2B5EF4-FFF2-40B4-BE49-F238E27FC236}">
                <a16:creationId xmlns:a16="http://schemas.microsoft.com/office/drawing/2014/main" id="{3509426F-E374-4400-A5D5-0F789FA0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600" y="3026220"/>
            <a:ext cx="3963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必需关系组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完整且可用？</a:t>
            </a:r>
          </a:p>
        </p:txBody>
      </p:sp>
      <p:sp>
        <p:nvSpPr>
          <p:cNvPr id="79" name="source-rc26-groups-text-661">
            <a:extLst xmlns:a="http://schemas.openxmlformats.org/drawingml/2006/main">
              <a:ext uri="{FF2B5EF4-FFF2-40B4-BE49-F238E27FC236}">
                <a16:creationId xmlns:a16="http://schemas.microsoft.com/office/drawing/2014/main" id="{C4C1CBFC-ACBF-49D5-87F1-227552B7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150" y="3026220"/>
            <a:ext cx="6948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形成完整组并去重排序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采用组内最佳主候选名次</a:t>
            </a:r>
          </a:p>
        </p:txBody>
      </p:sp>
      <p:sp>
        <p:nvSpPr>
          <p:cNvPr id="80" name="source-rc26-budget-text-662">
            <a:extLst xmlns:a="http://schemas.openxmlformats.org/drawingml/2006/main">
              <a:ext uri="{FF2B5EF4-FFF2-40B4-BE49-F238E27FC236}">
                <a16:creationId xmlns:a16="http://schemas.microsoft.com/office/drawing/2014/main" id="{2CF76029-F2C5-4B2A-BD9B-BD7E4CEE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8400" y="3026220"/>
            <a:ext cx="8739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固定包预算与 tokenizer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正文、来源、关系、包装一起计</a:t>
            </a:r>
          </a:p>
        </p:txBody>
      </p:sp>
      <p:sp>
        <p:nvSpPr>
          <p:cNvPr id="81" name="source-rc26-next-group-text-663">
            <a:extLst xmlns:a="http://schemas.openxmlformats.org/drawingml/2006/main">
              <a:ext uri="{FF2B5EF4-FFF2-40B4-BE49-F238E27FC236}">
                <a16:creationId xmlns:a16="http://schemas.microsoft.com/office/drawing/2014/main" id="{8889D2AF-A79A-46C0-8756-69FF58DF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395" y="3026220"/>
            <a:ext cx="95151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② 取下一组；无组转④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有组：试装并计整个包的 token 数</a:t>
            </a:r>
          </a:p>
        </p:txBody>
      </p:sp>
      <p:sp>
        <p:nvSpPr>
          <p:cNvPr id="82" name="source-rc26-fits-text-664">
            <a:extLst xmlns:a="http://schemas.openxmlformats.org/drawingml/2006/main">
              <a:ext uri="{FF2B5EF4-FFF2-40B4-BE49-F238E27FC236}">
                <a16:creationId xmlns:a16="http://schemas.microsoft.com/office/drawing/2014/main" id="{AAA72A3B-2675-4F2E-8230-50A0C75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800" y="3026220"/>
            <a:ext cx="3963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整个临时包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仍在预算内？</a:t>
            </a:r>
          </a:p>
        </p:txBody>
      </p:sp>
      <p:sp>
        <p:nvSpPr>
          <p:cNvPr id="83" name="source-rc26-accept-text-665">
            <a:extLst xmlns:a="http://schemas.openxmlformats.org/drawingml/2006/main">
              <a:ext uri="{FF2B5EF4-FFF2-40B4-BE49-F238E27FC236}">
                <a16:creationId xmlns:a16="http://schemas.microsoft.com/office/drawing/2014/main" id="{8AD842B9-EF7B-4C05-943E-EA374982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50" y="3802320"/>
            <a:ext cx="6948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接受本组，更新临时包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不截断正文、不拆冲突组</a:t>
            </a:r>
          </a:p>
        </p:txBody>
      </p:sp>
      <p:sp>
        <p:nvSpPr>
          <p:cNvPr id="84" name="source-rc26-more-groups-text-666">
            <a:extLst xmlns:a="http://schemas.openxmlformats.org/drawingml/2006/main">
              <a:ext uri="{FF2B5EF4-FFF2-40B4-BE49-F238E27FC236}">
                <a16:creationId xmlns:a16="http://schemas.microsoft.com/office/drawing/2014/main" id="{4A9ACDD3-7EDB-4C7D-A395-AFFA7F35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000" y="3841125"/>
            <a:ext cx="396300" cy="115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还有候选组？</a:t>
            </a:r>
          </a:p>
        </p:txBody>
      </p:sp>
      <p:sp>
        <p:nvSpPr>
          <p:cNvPr id="85" name="source-rc26-has-content-text-667">
            <a:extLst xmlns:a="http://schemas.openxmlformats.org/drawingml/2006/main">
              <a:ext uri="{FF2B5EF4-FFF2-40B4-BE49-F238E27FC236}">
                <a16:creationId xmlns:a16="http://schemas.microsoft.com/office/drawing/2014/main" id="{2302465F-48FF-4502-8526-56379F31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245" y="3802320"/>
            <a:ext cx="41421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④ 已装入至少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一个完整组？</a:t>
            </a:r>
          </a:p>
        </p:txBody>
      </p:sp>
      <p:sp>
        <p:nvSpPr>
          <p:cNvPr id="86" name="source-rc26-final-guard-text-668">
            <a:extLst xmlns:a="http://schemas.openxmlformats.org/drawingml/2006/main">
              <a:ext uri="{FF2B5EF4-FFF2-40B4-BE49-F238E27FC236}">
                <a16:creationId xmlns:a16="http://schemas.microsoft.com/office/drawing/2014/main" id="{8B908BAC-4EC7-478E-874F-46F272F7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750" y="3802320"/>
            <a:ext cx="9336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B.final_guard 重验全部成员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权限、精确版本、来源与关系修订</a:t>
            </a:r>
          </a:p>
        </p:txBody>
      </p:sp>
      <p:sp>
        <p:nvSpPr>
          <p:cNvPr id="87" name="source-rc26-stable-text-669">
            <a:extLst xmlns:a="http://schemas.openxmlformats.org/drawingml/2006/main">
              <a:ext uri="{FF2B5EF4-FFF2-40B4-BE49-F238E27FC236}">
                <a16:creationId xmlns:a16="http://schemas.microsoft.com/office/drawing/2014/main" id="{57C2AEDE-CDF6-4388-A5CE-2AE98F6F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1750" y="3802320"/>
            <a:ext cx="4560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核验稳定且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满足提交条件？</a:t>
            </a:r>
          </a:p>
        </p:txBody>
      </p:sp>
      <p:sp>
        <p:nvSpPr>
          <p:cNvPr id="88" name="source-rc26-skip-text-670">
            <a:extLst xmlns:a="http://schemas.openxmlformats.org/drawingml/2006/main">
              <a:ext uri="{FF2B5EF4-FFF2-40B4-BE49-F238E27FC236}">
                <a16:creationId xmlns:a16="http://schemas.microsoft.com/office/drawing/2014/main" id="{616E5410-2B92-4F7D-A08C-7910D92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912" y="4608270"/>
            <a:ext cx="820077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超预算：整组跳过并记原因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继续后组，不无限扩大 Top K</a:t>
            </a:r>
          </a:p>
        </p:txBody>
      </p:sp>
      <p:sp>
        <p:nvSpPr>
          <p:cNvPr id="89" name="source-rc26-no-pack-text-671">
            <a:extLst xmlns:a="http://schemas.openxmlformats.org/drawingml/2006/main">
              <a:ext uri="{FF2B5EF4-FFF2-40B4-BE49-F238E27FC236}">
                <a16:creationId xmlns:a16="http://schemas.microsoft.com/office/drawing/2014/main" id="{8085F428-5872-46F3-8E67-F1724C05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923" y="4608270"/>
            <a:ext cx="882855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无可交付组：按实际原因返回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正常空 / 预算不足 / 权限 / 故障</a:t>
            </a:r>
          </a:p>
        </p:txBody>
      </p:sp>
      <p:sp>
        <p:nvSpPr>
          <p:cNvPr id="90" name="source-rc26-reassemble-text-672">
            <a:extLst xmlns:a="http://schemas.openxmlformats.org/drawingml/2006/main">
              <a:ext uri="{FF2B5EF4-FFF2-40B4-BE49-F238E27FC236}">
                <a16:creationId xmlns:a16="http://schemas.microsoft.com/office/drawing/2014/main" id="{819514C9-6B76-464C-B484-57C1702C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0600" y="4608270"/>
            <a:ext cx="873900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变化：有界重读 / 重组 → ③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需补主候选回①；超限则不可用</a:t>
            </a:r>
          </a:p>
        </p:txBody>
      </p:sp>
      <p:sp>
        <p:nvSpPr>
          <p:cNvPr id="91" name="source-rc26-pack-commit-text-673">
            <a:extLst xmlns:a="http://schemas.openxmlformats.org/drawingml/2006/main">
              <a:ext uri="{FF2B5EF4-FFF2-40B4-BE49-F238E27FC236}">
                <a16:creationId xmlns:a16="http://schemas.microsoft.com/office/drawing/2014/main" id="{EC194350-D024-4B63-BF8D-3FA6260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2503" y="4608270"/>
            <a:ext cx="954495" cy="19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RF 按修订条件提交结果与 Outbox</a:t>
            </a:r>
          </a:p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交付 ContextPack，记录 packed</a:t>
            </a:r>
          </a:p>
        </p:txBody>
      </p:sp>
      <p:sp>
        <p:nvSpPr>
          <p:cNvPr id="92" name="source-rc26-context-source-policy-674">
            <a:extLst xmlns:a="http://schemas.openxmlformats.org/drawingml/2006/main">
              <a:ext uri="{FF2B5EF4-FFF2-40B4-BE49-F238E27FC236}">
                <a16:creationId xmlns:a16="http://schemas.microsoft.com/office/drawing/2014/main" id="{95EE3961-7AB1-42F8-A177-1D30C44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350" y="5482875"/>
            <a:ext cx="3237973" cy="115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来源策略：必需来源故障 → Failed；允许且仍有有效来源 → 降级。全组超预算、必需关系不完整或重组超限 → 不可用。</a:t>
            </a:r>
          </a:p>
        </p:txBody>
      </p:sp>
      <p:sp>
        <p:nvSpPr>
          <p:cNvPr id="93" name="source-rc26-label-51-675">
            <a:extLst xmlns:a="http://schemas.openxmlformats.org/drawingml/2006/main">
              <a:ext uri="{FF2B5EF4-FFF2-40B4-BE49-F238E27FC236}">
                <a16:creationId xmlns:a16="http://schemas.microsoft.com/office/drawing/2014/main" id="{185C0F35-1244-404B-B478-0138943F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735" y="3000251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94" name="source-rc26-label-54-676">
            <a:extLst xmlns:a="http://schemas.openxmlformats.org/drawingml/2006/main">
              <a:ext uri="{FF2B5EF4-FFF2-40B4-BE49-F238E27FC236}">
                <a16:creationId xmlns:a16="http://schemas.microsoft.com/office/drawing/2014/main" id="{70EB0BD4-6913-4B68-A3BD-0ABCC2E9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270" y="3000251"/>
            <a:ext cx="14556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有组</a:t>
            </a:r>
          </a:p>
        </p:txBody>
      </p:sp>
      <p:sp>
        <p:nvSpPr>
          <p:cNvPr id="95" name="source-rc26-label-55-677">
            <a:extLst xmlns:a="http://schemas.openxmlformats.org/drawingml/2006/main">
              <a:ext uri="{FF2B5EF4-FFF2-40B4-BE49-F238E27FC236}">
                <a16:creationId xmlns:a16="http://schemas.microsoft.com/office/drawing/2014/main" id="{4D70211A-D002-47B1-B902-3EE9604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690" y="3482328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96" name="source-rc26-label-57-678">
            <a:extLst xmlns:a="http://schemas.openxmlformats.org/drawingml/2006/main">
              <a:ext uri="{FF2B5EF4-FFF2-40B4-BE49-F238E27FC236}">
                <a16:creationId xmlns:a16="http://schemas.microsoft.com/office/drawing/2014/main" id="{71C531AE-CF79-429E-8637-8EDB99BB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750" y="3403226"/>
            <a:ext cx="30675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是：返回②</a:t>
            </a:r>
          </a:p>
        </p:txBody>
      </p:sp>
      <p:sp>
        <p:nvSpPr>
          <p:cNvPr id="97" name="source-rc26-label-58-679">
            <a:extLst xmlns:a="http://schemas.openxmlformats.org/drawingml/2006/main">
              <a:ext uri="{FF2B5EF4-FFF2-40B4-BE49-F238E27FC236}">
                <a16:creationId xmlns:a16="http://schemas.microsoft.com/office/drawing/2014/main" id="{6FFF722F-74CC-4080-8B10-813496A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35" y="3776351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98" name="source-rc26-label-59-680">
            <a:extLst xmlns:a="http://schemas.openxmlformats.org/drawingml/2006/main">
              <a:ext uri="{FF2B5EF4-FFF2-40B4-BE49-F238E27FC236}">
                <a16:creationId xmlns:a16="http://schemas.microsoft.com/office/drawing/2014/main" id="{96A21FED-29B6-4851-8E12-606B8CF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535" y="3776351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99" name="source-rc26-label-61-681">
            <a:extLst xmlns:a="http://schemas.openxmlformats.org/drawingml/2006/main">
              <a:ext uri="{FF2B5EF4-FFF2-40B4-BE49-F238E27FC236}">
                <a16:creationId xmlns:a16="http://schemas.microsoft.com/office/drawing/2014/main" id="{878999CF-672D-4E76-890D-22E58858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210" y="4179326"/>
            <a:ext cx="36048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否：整组跳过</a:t>
            </a:r>
          </a:p>
        </p:txBody>
      </p:sp>
      <p:sp>
        <p:nvSpPr>
          <p:cNvPr id="100" name="source-rc26-label-63-682">
            <a:extLst xmlns:a="http://schemas.openxmlformats.org/drawingml/2006/main">
              <a:ext uri="{FF2B5EF4-FFF2-40B4-BE49-F238E27FC236}">
                <a16:creationId xmlns:a16="http://schemas.microsoft.com/office/drawing/2014/main" id="{5B2036E0-83FD-43F1-B06A-D2FC4DF2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090" y="4273353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01" name="source-rc26-label-65-683">
            <a:extLst xmlns:a="http://schemas.openxmlformats.org/drawingml/2006/main">
              <a:ext uri="{FF2B5EF4-FFF2-40B4-BE49-F238E27FC236}">
                <a16:creationId xmlns:a16="http://schemas.microsoft.com/office/drawing/2014/main" id="{3FED48E0-27BE-4D68-BC11-4CDBB828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85" y="4328576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102" name="source-rc26-label-66-684">
            <a:extLst xmlns:a="http://schemas.openxmlformats.org/drawingml/2006/main">
              <a:ext uri="{FF2B5EF4-FFF2-40B4-BE49-F238E27FC236}">
                <a16:creationId xmlns:a16="http://schemas.microsoft.com/office/drawing/2014/main" id="{8983CA33-4716-41BD-A9EE-73E61C2A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785" y="4104701"/>
            <a:ext cx="9183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03" name="source-rc26-label-67-685">
            <a:extLst xmlns:a="http://schemas.openxmlformats.org/drawingml/2006/main">
              <a:ext uri="{FF2B5EF4-FFF2-40B4-BE49-F238E27FC236}">
                <a16:creationId xmlns:a16="http://schemas.microsoft.com/office/drawing/2014/main" id="{8F0EDC66-9D77-4F00-8930-6C6D7154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500" y="5283776"/>
            <a:ext cx="575400" cy="10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3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否：不交付半个冲突组</a:t>
            </a:r>
          </a:p>
        </p:txBody>
      </p:sp>
      <p:sp>
        <p:nvSpPr>
          <p:cNvPr id="104" name="text-686">
            <a:extLst xmlns:a="http://schemas.openxmlformats.org/drawingml/2006/main">
              <a:ext uri="{FF2B5EF4-FFF2-40B4-BE49-F238E27FC236}">
                <a16:creationId xmlns:a16="http://schemas.microsoft.com/office/drawing/2014/main" id="{B8B02D90-09B7-4847-B412-4A00F495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原图降级和不完整关系组分支待按 PRD V1.3 修订，不能作为最终验收口径</a:t>
            </a:r>
          </a:p>
        </p:txBody>
      </p:sp>
    </p:spTree>
    <p:extLst>
      <p:ext uri="{BB962C8B-B14F-4D97-AF65-F5344CB8AC3E}">
        <p14:creationId xmlns:p14="http://schemas.microsoft.com/office/powerpoint/2010/main" val="16068310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text-687">
            <a:extLst xmlns:a="http://schemas.openxmlformats.org/drawingml/2006/main">
              <a:ext uri="{FF2B5EF4-FFF2-40B4-BE49-F238E27FC236}">
                <a16:creationId xmlns:a16="http://schemas.microsoft.com/office/drawing/2014/main" id="{D08CACA7-4815-4583-A47B-7750505A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688">
            <a:extLst xmlns:a="http://schemas.openxmlformats.org/drawingml/2006/main">
              <a:ext uri="{FF2B5EF4-FFF2-40B4-BE49-F238E27FC236}">
                <a16:creationId xmlns:a16="http://schemas.microsoft.com/office/drawing/2014/main" id="{5F3A1CE5-0487-473A-92DF-76598390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/ C.2 聚合、准入与调度</a:t>
            </a:r>
          </a:p>
        </p:txBody>
      </p:sp>
      <p:sp>
        <p:nvSpPr>
          <p:cNvPr id="3" name="text-689">
            <a:extLst xmlns:a="http://schemas.openxmlformats.org/drawingml/2006/main">
              <a:ext uri="{FF2B5EF4-FFF2-40B4-BE49-F238E27FC236}">
                <a16:creationId xmlns:a16="http://schemas.microsoft.com/office/drawing/2014/main" id="{D09FF153-7D35-448D-9CC3-FE964B63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690">
            <a:extLst xmlns:a="http://schemas.openxmlformats.org/drawingml/2006/main">
              <a:ext uri="{FF2B5EF4-FFF2-40B4-BE49-F238E27FC236}">
                <a16:creationId xmlns:a16="http://schemas.microsoft.com/office/drawing/2014/main" id="{3654A7F3-5568-4E4F-AC16-C482E2B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691">
            <a:extLst xmlns:a="http://schemas.openxmlformats.org/drawingml/2006/main">
              <a:ext uri="{FF2B5EF4-FFF2-40B4-BE49-F238E27FC236}">
                <a16:creationId xmlns:a16="http://schemas.microsoft.com/office/drawing/2014/main" id="{CE15FC4C-BE19-4009-AF04-584DBB3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92">
            <a:extLst xmlns:a="http://schemas.openxmlformats.org/drawingml/2006/main">
              <a:ext uri="{FF2B5EF4-FFF2-40B4-BE49-F238E27FC236}">
                <a16:creationId xmlns:a16="http://schemas.microsoft.com/office/drawing/2014/main" id="{58DF9C6B-EDDB-4363-8878-A879B08A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B08 / 12</a:t>
            </a:r>
          </a:p>
        </p:txBody>
      </p:sp>
      <p:sp>
        <p:nvSpPr>
          <p:cNvPr id="7" name="source-03_operate-tidy-3">
            <a:extLst xmlns:a="http://schemas.openxmlformats.org/drawingml/2006/main">
              <a:ext uri="{FF2B5EF4-FFF2-40B4-BE49-F238E27FC236}">
                <a16:creationId xmlns:a16="http://schemas.microsoft.com/office/drawing/2014/main" id="{BA3F234C-B32F-4732-A6D0-B291DE6A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2282861"/>
            <a:ext cx="11080930" cy="1393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8" name="source-03_operate-tidy-5">
            <a:extLst xmlns:a="http://schemas.openxmlformats.org/drawingml/2006/main">
              <a:ext uri="{FF2B5EF4-FFF2-40B4-BE49-F238E27FC236}">
                <a16:creationId xmlns:a16="http://schemas.microsoft.com/office/drawing/2014/main" id="{5A02E202-3C01-42A6-A270-2EEA29A3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82" y="3823638"/>
            <a:ext cx="11080930" cy="14774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888888"/>
            </a:solidFill>
          </a:ln>
        </p:spPr>
      </p:sp>
      <p:sp>
        <p:nvSpPr>
          <p:cNvPr id="9" name="source-03_operate-tidy-13">
            <a:extLst xmlns:a="http://schemas.openxmlformats.org/drawingml/2006/main">
              <a:ext uri="{FF2B5EF4-FFF2-40B4-BE49-F238E27FC236}">
                <a16:creationId xmlns:a16="http://schemas.microsoft.com/office/drawing/2014/main" id="{B90C6F9F-8C49-4237-8374-755BD121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2578353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03_operate-tidy-15">
            <a:extLst xmlns:a="http://schemas.openxmlformats.org/drawingml/2006/main">
              <a:ext uri="{FF2B5EF4-FFF2-40B4-BE49-F238E27FC236}">
                <a16:creationId xmlns:a16="http://schemas.microsoft.com/office/drawing/2014/main" id="{FAAC1D4B-462D-4DFA-A87C-EA847FA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2578353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03_operate-tidy-17">
            <a:extLst xmlns:a="http://schemas.openxmlformats.org/drawingml/2006/main">
              <a:ext uri="{FF2B5EF4-FFF2-40B4-BE49-F238E27FC236}">
                <a16:creationId xmlns:a16="http://schemas.microsoft.com/office/drawing/2014/main" id="{8D33105D-ECAA-4244-B380-9AC2F93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2578353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03_operate-tidy-19">
            <a:extLst xmlns:a="http://schemas.openxmlformats.org/drawingml/2006/main">
              <a:ext uri="{FF2B5EF4-FFF2-40B4-BE49-F238E27FC236}">
                <a16:creationId xmlns:a16="http://schemas.microsoft.com/office/drawing/2014/main" id="{EAC5342C-06F2-4C09-AC77-39D888C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2578353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03_operate-tidy-21">
            <a:extLst xmlns:a="http://schemas.openxmlformats.org/drawingml/2006/main">
              <a:ext uri="{FF2B5EF4-FFF2-40B4-BE49-F238E27FC236}">
                <a16:creationId xmlns:a16="http://schemas.microsoft.com/office/drawing/2014/main" id="{E97A7020-80E3-4BA5-9D36-AA33CD8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2578353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03_operate-tidy-23">
            <a:extLst xmlns:a="http://schemas.openxmlformats.org/drawingml/2006/main">
              <a:ext uri="{FF2B5EF4-FFF2-40B4-BE49-F238E27FC236}">
                <a16:creationId xmlns:a16="http://schemas.microsoft.com/office/drawing/2014/main" id="{F32BACB1-0324-4C1E-94AE-45563C67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3190442"/>
            <a:ext cx="1857375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03_operate-tidy-25">
            <a:extLst xmlns:a="http://schemas.openxmlformats.org/drawingml/2006/main">
              <a:ext uri="{FF2B5EF4-FFF2-40B4-BE49-F238E27FC236}">
                <a16:creationId xmlns:a16="http://schemas.microsoft.com/office/drawing/2014/main" id="{C6B0BC74-6F1F-471D-BE8A-A1E6EE66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4140236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6" name="source-03_operate-tidy-27">
            <a:extLst xmlns:a="http://schemas.openxmlformats.org/drawingml/2006/main">
              <a:ext uri="{FF2B5EF4-FFF2-40B4-BE49-F238E27FC236}">
                <a16:creationId xmlns:a16="http://schemas.microsoft.com/office/drawing/2014/main" id="{36359BF5-92B0-4061-9C6E-92E47B3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140236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7" name="source-03_operate-tidy-29">
            <a:extLst xmlns:a="http://schemas.openxmlformats.org/drawingml/2006/main">
              <a:ext uri="{FF2B5EF4-FFF2-40B4-BE49-F238E27FC236}">
                <a16:creationId xmlns:a16="http://schemas.microsoft.com/office/drawing/2014/main" id="{C87F1CF3-0C9A-4515-BD7A-7EBD028F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4140236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8" name="source-03_operate-tidy-31">
            <a:extLst xmlns:a="http://schemas.openxmlformats.org/drawingml/2006/main">
              <a:ext uri="{FF2B5EF4-FFF2-40B4-BE49-F238E27FC236}">
                <a16:creationId xmlns:a16="http://schemas.microsoft.com/office/drawing/2014/main" id="{E2DB6299-FB50-428C-AD0D-C40CA8A4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140236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9" name="source-03_operate-tidy-33">
            <a:extLst xmlns:a="http://schemas.openxmlformats.org/drawingml/2006/main">
              <a:ext uri="{FF2B5EF4-FFF2-40B4-BE49-F238E27FC236}">
                <a16:creationId xmlns:a16="http://schemas.microsoft.com/office/drawing/2014/main" id="{66D0671D-9424-457B-97C5-7ECF6BF8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4140236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0" name="source-03_operate-tidy-35">
            <a:extLst xmlns:a="http://schemas.openxmlformats.org/drawingml/2006/main">
              <a:ext uri="{FF2B5EF4-FFF2-40B4-BE49-F238E27FC236}">
                <a16:creationId xmlns:a16="http://schemas.microsoft.com/office/drawing/2014/main" id="{FCA95B20-41E2-4264-AD4A-6CA57BDF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4857858"/>
            <a:ext cx="1857375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1" name="source-03_operate-tidy-37">
            <a:extLst xmlns:a="http://schemas.openxmlformats.org/drawingml/2006/main">
              <a:ext uri="{FF2B5EF4-FFF2-40B4-BE49-F238E27FC236}">
                <a16:creationId xmlns:a16="http://schemas.microsoft.com/office/drawing/2014/main" id="{A5483DF9-13B4-4DCA-8D4C-FA054863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4857858"/>
            <a:ext cx="1857375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2" name="source-03_operate-tidy-39">
            <a:extLst xmlns:a="http://schemas.openxmlformats.org/drawingml/2006/main">
              <a:ext uri="{FF2B5EF4-FFF2-40B4-BE49-F238E27FC236}">
                <a16:creationId xmlns:a16="http://schemas.microsoft.com/office/drawing/2014/main" id="{93FA906B-0725-45E2-854E-4A5A279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4857858"/>
            <a:ext cx="1857375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3" name="source-03_operate-tidy-41">
            <a:extLst xmlns:a="http://schemas.openxmlformats.org/drawingml/2006/main">
              <a:ext uri="{FF2B5EF4-FFF2-40B4-BE49-F238E27FC236}">
                <a16:creationId xmlns:a16="http://schemas.microsoft.com/office/drawing/2014/main" id="{61B0781F-27E0-47C6-BF69-2889502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4857858"/>
            <a:ext cx="1857375" cy="316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24" name="source-03_operate-tidy-94">
            <a:extLst xmlns:a="http://schemas.openxmlformats.org/drawingml/2006/main">
              <a:ext uri="{FF2B5EF4-FFF2-40B4-BE49-F238E27FC236}">
                <a16:creationId xmlns:a16="http://schemas.microsoft.com/office/drawing/2014/main" id="{5E46F858-27FC-4760-A572-6D0F171E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3130" y="2610012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5" name="source-03_operate-tidy-98">
            <a:extLst xmlns:a="http://schemas.openxmlformats.org/drawingml/2006/main">
              <a:ext uri="{FF2B5EF4-FFF2-40B4-BE49-F238E27FC236}">
                <a16:creationId xmlns:a16="http://schemas.microsoft.com/office/drawing/2014/main" id="{9F5821B4-381B-480E-8F61-1862F2C2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2230" y="3008926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6" name="source-03_operate-tidy-101">
            <a:extLst xmlns:a="http://schemas.openxmlformats.org/drawingml/2006/main">
              <a:ext uri="{FF2B5EF4-FFF2-40B4-BE49-F238E27FC236}">
                <a16:creationId xmlns:a16="http://schemas.microsoft.com/office/drawing/2014/main" id="{66FEDDC1-A60A-46A4-BE35-88FA007F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971" y="4171896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7" name="source-03_operate-tidy-105">
            <a:extLst xmlns:a="http://schemas.openxmlformats.org/drawingml/2006/main">
              <a:ext uri="{FF2B5EF4-FFF2-40B4-BE49-F238E27FC236}">
                <a16:creationId xmlns:a16="http://schemas.microsoft.com/office/drawing/2014/main" id="{24C26994-AED6-4B0A-A93E-FAE84FB0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3130" y="4171896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8" name="source-03_operate-tidy-109">
            <a:extLst xmlns:a="http://schemas.openxmlformats.org/drawingml/2006/main">
              <a:ext uri="{FF2B5EF4-FFF2-40B4-BE49-F238E27FC236}">
                <a16:creationId xmlns:a16="http://schemas.microsoft.com/office/drawing/2014/main" id="{7DAB3829-DBB9-4BF7-B6D5-8051156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070" y="4623576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9" name="source-03_operate-tidy-112">
            <a:extLst xmlns:a="http://schemas.openxmlformats.org/drawingml/2006/main">
              <a:ext uri="{FF2B5EF4-FFF2-40B4-BE49-F238E27FC236}">
                <a16:creationId xmlns:a16="http://schemas.microsoft.com/office/drawing/2014/main" id="{66B12B0E-6715-4DC0-A3AA-C8ABAF44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2230" y="4623576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30" name="source-03_operate-tidy-115">
            <a:extLst xmlns:a="http://schemas.openxmlformats.org/drawingml/2006/main">
              <a:ext uri="{FF2B5EF4-FFF2-40B4-BE49-F238E27FC236}">
                <a16:creationId xmlns:a16="http://schemas.microsoft.com/office/drawing/2014/main" id="{E1FDDAD0-2061-4DB9-800A-3DFCBED4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059" y="4857858"/>
            <a:ext cx="227951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31" name="source-03_operate-tidy-118">
            <a:extLst xmlns:a="http://schemas.openxmlformats.org/drawingml/2006/main">
              <a:ext uri="{FF2B5EF4-FFF2-40B4-BE49-F238E27FC236}">
                <a16:creationId xmlns:a16="http://schemas.microsoft.com/office/drawing/2014/main" id="{4480F5CB-F404-49FD-A22E-D1F210A9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5590" y="3580913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32" name="source-03_operate-tidy-91-693">
            <a:extLst xmlns:a="http://schemas.openxmlformats.org/drawingml/2006/main">
              <a:ext uri="{FF2B5EF4-FFF2-40B4-BE49-F238E27FC236}">
                <a16:creationId xmlns:a16="http://schemas.microsoft.com/office/drawing/2014/main" id="{D60D9A43-1BCE-4013-88CA-E639FFE6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27683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3" name="route-694">
            <a:extLst xmlns:a="http://schemas.openxmlformats.org/drawingml/2006/main">
              <a:ext uri="{FF2B5EF4-FFF2-40B4-BE49-F238E27FC236}">
                <a16:creationId xmlns:a16="http://schemas.microsoft.com/office/drawing/2014/main" id="{30FFE2AF-009F-4B02-ADD5-69BC9362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27302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4" name="source-03_operate-tidy-92-695">
            <a:extLst xmlns:a="http://schemas.openxmlformats.org/drawingml/2006/main">
              <a:ext uri="{FF2B5EF4-FFF2-40B4-BE49-F238E27FC236}">
                <a16:creationId xmlns:a16="http://schemas.microsoft.com/office/drawing/2014/main" id="{3D466F66-023E-42CC-8D8F-3347D45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27683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5" name="route-696">
            <a:extLst xmlns:a="http://schemas.openxmlformats.org/drawingml/2006/main">
              <a:ext uri="{FF2B5EF4-FFF2-40B4-BE49-F238E27FC236}">
                <a16:creationId xmlns:a16="http://schemas.microsoft.com/office/drawing/2014/main" id="{A6FAFB36-7733-41E0-848C-B1145566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27302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6" name="source-03_operate-tidy-93-697">
            <a:extLst xmlns:a="http://schemas.openxmlformats.org/drawingml/2006/main">
              <a:ext uri="{FF2B5EF4-FFF2-40B4-BE49-F238E27FC236}">
                <a16:creationId xmlns:a16="http://schemas.microsoft.com/office/drawing/2014/main" id="{CCFF5F61-6714-4603-86AD-A60349A1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27683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7" name="route-698">
            <a:extLst xmlns:a="http://schemas.openxmlformats.org/drawingml/2006/main">
              <a:ext uri="{FF2B5EF4-FFF2-40B4-BE49-F238E27FC236}">
                <a16:creationId xmlns:a16="http://schemas.microsoft.com/office/drawing/2014/main" id="{295AA323-048A-4F50-9EA9-0DE67D3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27302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8" name="source-03_operate-tidy-96-699">
            <a:extLst xmlns:a="http://schemas.openxmlformats.org/drawingml/2006/main">
              <a:ext uri="{FF2B5EF4-FFF2-40B4-BE49-F238E27FC236}">
                <a16:creationId xmlns:a16="http://schemas.microsoft.com/office/drawing/2014/main" id="{8A7033A1-A920-4948-9519-572ECFC4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2768311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9" name="route-700">
            <a:extLst xmlns:a="http://schemas.openxmlformats.org/drawingml/2006/main">
              <a:ext uri="{FF2B5EF4-FFF2-40B4-BE49-F238E27FC236}">
                <a16:creationId xmlns:a16="http://schemas.microsoft.com/office/drawing/2014/main" id="{CA219132-6FA3-4B37-B2A6-FA777695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2730211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0" name="source-03_operate-tidy-97-701">
            <a:extLst xmlns:a="http://schemas.openxmlformats.org/drawingml/2006/main">
              <a:ext uri="{FF2B5EF4-FFF2-40B4-BE49-F238E27FC236}">
                <a16:creationId xmlns:a16="http://schemas.microsoft.com/office/drawing/2014/main" id="{E8405998-5A75-4C18-AA6D-3D81AE98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574" y="2958270"/>
            <a:ext cx="95" cy="232172"/>
          </a:xfrm>
          <a:custGeom xmlns:a="http://schemas.openxmlformats.org/drawingml/2006/main">
            <a:pathLst>
              <a:path w="95" h="232172">
                <a:moveTo>
                  <a:pt x="0" y="0"/>
                </a:moveTo>
                <a:lnTo>
                  <a:pt x="0" y="232172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1" name="route-702">
            <a:extLst xmlns:a="http://schemas.openxmlformats.org/drawingml/2006/main">
              <a:ext uri="{FF2B5EF4-FFF2-40B4-BE49-F238E27FC236}">
                <a16:creationId xmlns:a16="http://schemas.microsoft.com/office/drawing/2014/main" id="{93F24FAC-0561-4993-A571-2B68858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474" y="3114242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2" name="source-03_operate-tidy-100-703">
            <a:extLst xmlns:a="http://schemas.openxmlformats.org/drawingml/2006/main">
              <a:ext uri="{FF2B5EF4-FFF2-40B4-BE49-F238E27FC236}">
                <a16:creationId xmlns:a16="http://schemas.microsoft.com/office/drawing/2014/main" id="{5C111E28-EA59-435A-8350-46E3C4B9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433019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3" name="route-704">
            <a:extLst xmlns:a="http://schemas.openxmlformats.org/drawingml/2006/main">
              <a:ext uri="{FF2B5EF4-FFF2-40B4-BE49-F238E27FC236}">
                <a16:creationId xmlns:a16="http://schemas.microsoft.com/office/drawing/2014/main" id="{81028C35-468A-49F0-BAEC-317A445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429209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4" name="source-03_operate-tidy-103-705">
            <a:extLst xmlns:a="http://schemas.openxmlformats.org/drawingml/2006/main">
              <a:ext uri="{FF2B5EF4-FFF2-40B4-BE49-F238E27FC236}">
                <a16:creationId xmlns:a16="http://schemas.microsoft.com/office/drawing/2014/main" id="{F34CDF07-FB43-4A2E-A486-D90B42FF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433019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5" name="route-706">
            <a:extLst xmlns:a="http://schemas.openxmlformats.org/drawingml/2006/main">
              <a:ext uri="{FF2B5EF4-FFF2-40B4-BE49-F238E27FC236}">
                <a16:creationId xmlns:a16="http://schemas.microsoft.com/office/drawing/2014/main" id="{3B2E540A-34D0-4797-9D07-9247312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429209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6" name="source-03_operate-tidy-104-707">
            <a:extLst xmlns:a="http://schemas.openxmlformats.org/drawingml/2006/main">
              <a:ext uri="{FF2B5EF4-FFF2-40B4-BE49-F238E27FC236}">
                <a16:creationId xmlns:a16="http://schemas.microsoft.com/office/drawing/2014/main" id="{DE94E343-D8AE-4816-B491-DB665A8B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433019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7" name="route-708">
            <a:extLst xmlns:a="http://schemas.openxmlformats.org/drawingml/2006/main">
              <a:ext uri="{FF2B5EF4-FFF2-40B4-BE49-F238E27FC236}">
                <a16:creationId xmlns:a16="http://schemas.microsoft.com/office/drawing/2014/main" id="{0D30C0AC-B083-4937-ADD7-508804AC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429209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8" name="source-03_operate-tidy-107-709">
            <a:extLst xmlns:a="http://schemas.openxmlformats.org/drawingml/2006/main">
              <a:ext uri="{FF2B5EF4-FFF2-40B4-BE49-F238E27FC236}">
                <a16:creationId xmlns:a16="http://schemas.microsoft.com/office/drawing/2014/main" id="{97C6C61A-B921-437D-BF58-40725EE9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4330195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49" name="route-710">
            <a:extLst xmlns:a="http://schemas.openxmlformats.org/drawingml/2006/main">
              <a:ext uri="{FF2B5EF4-FFF2-40B4-BE49-F238E27FC236}">
                <a16:creationId xmlns:a16="http://schemas.microsoft.com/office/drawing/2014/main" id="{F42F1BF8-1A60-425B-9BFB-4A30312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429209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0" name="source-03_operate-tidy-108-711">
            <a:extLst xmlns:a="http://schemas.openxmlformats.org/drawingml/2006/main">
              <a:ext uri="{FF2B5EF4-FFF2-40B4-BE49-F238E27FC236}">
                <a16:creationId xmlns:a16="http://schemas.microsoft.com/office/drawing/2014/main" id="{2115FF61-1D23-47C3-B69B-44B7B961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415" y="4520154"/>
            <a:ext cx="95" cy="337705"/>
          </a:xfrm>
          <a:custGeom xmlns:a="http://schemas.openxmlformats.org/drawingml/2006/main">
            <a:pathLst>
              <a:path w="95" h="337705">
                <a:moveTo>
                  <a:pt x="0" y="0"/>
                </a:moveTo>
                <a:lnTo>
                  <a:pt x="0" y="337705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1" name="route-712">
            <a:extLst xmlns:a="http://schemas.openxmlformats.org/drawingml/2006/main">
              <a:ext uri="{FF2B5EF4-FFF2-40B4-BE49-F238E27FC236}">
                <a16:creationId xmlns:a16="http://schemas.microsoft.com/office/drawing/2014/main" id="{84CFFC39-D6D0-4D08-A017-5A268F3B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315" y="478165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2" name="source-03_operate-tidy-111-713">
            <a:extLst xmlns:a="http://schemas.openxmlformats.org/drawingml/2006/main">
              <a:ext uri="{FF2B5EF4-FFF2-40B4-BE49-F238E27FC236}">
                <a16:creationId xmlns:a16="http://schemas.microsoft.com/office/drawing/2014/main" id="{62CB460E-A290-4136-ABEA-84DD202F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574" y="4520154"/>
            <a:ext cx="95" cy="337705"/>
          </a:xfrm>
          <a:custGeom xmlns:a="http://schemas.openxmlformats.org/drawingml/2006/main">
            <a:pathLst>
              <a:path w="95" h="337705">
                <a:moveTo>
                  <a:pt x="0" y="0"/>
                </a:moveTo>
                <a:lnTo>
                  <a:pt x="0" y="337705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3" name="route-714">
            <a:extLst xmlns:a="http://schemas.openxmlformats.org/drawingml/2006/main">
              <a:ext uri="{FF2B5EF4-FFF2-40B4-BE49-F238E27FC236}">
                <a16:creationId xmlns:a16="http://schemas.microsoft.com/office/drawing/2014/main" id="{E761F3FB-3991-44F2-9D45-84DF3565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474" y="4781658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4" name="source-03_operate-tidy-114-715">
            <a:extLst xmlns:a="http://schemas.openxmlformats.org/drawingml/2006/main">
              <a:ext uri="{FF2B5EF4-FFF2-40B4-BE49-F238E27FC236}">
                <a16:creationId xmlns:a16="http://schemas.microsoft.com/office/drawing/2014/main" id="{21D9736A-258C-4AD0-82D4-180E98E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5016157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5" name="route-716">
            <a:extLst xmlns:a="http://schemas.openxmlformats.org/drawingml/2006/main">
              <a:ext uri="{FF2B5EF4-FFF2-40B4-BE49-F238E27FC236}">
                <a16:creationId xmlns:a16="http://schemas.microsoft.com/office/drawing/2014/main" id="{A1FFB509-55B6-4557-878A-2B460E7B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4978057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6" name="source-03_operate-tidy-117-717">
            <a:extLst xmlns:a="http://schemas.openxmlformats.org/drawingml/2006/main">
              <a:ext uri="{FF2B5EF4-FFF2-40B4-BE49-F238E27FC236}">
                <a16:creationId xmlns:a16="http://schemas.microsoft.com/office/drawing/2014/main" id="{75B52185-560A-4B8E-8702-C829289D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415" y="2958270"/>
            <a:ext cx="8780318" cy="1181966"/>
          </a:xfrm>
          <a:custGeom xmlns:a="http://schemas.openxmlformats.org/drawingml/2006/main">
            <a:pathLst>
              <a:path w="8780318" h="1181966">
                <a:moveTo>
                  <a:pt x="8780318" y="0"/>
                </a:moveTo>
                <a:lnTo>
                  <a:pt x="8780318" y="780942"/>
                </a:lnTo>
                <a:lnTo>
                  <a:pt x="0" y="780942"/>
                </a:lnTo>
                <a:lnTo>
                  <a:pt x="0" y="1181966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7" name="route-718">
            <a:extLst xmlns:a="http://schemas.openxmlformats.org/drawingml/2006/main">
              <a:ext uri="{FF2B5EF4-FFF2-40B4-BE49-F238E27FC236}">
                <a16:creationId xmlns:a16="http://schemas.microsoft.com/office/drawing/2014/main" id="{208AC441-E8D0-4874-BC15-DC0C3077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315" y="4064036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58" name="source-03_operate-tidy-4-719">
            <a:extLst xmlns:a="http://schemas.openxmlformats.org/drawingml/2006/main">
              <a:ext uri="{FF2B5EF4-FFF2-40B4-BE49-F238E27FC236}">
                <a16:creationId xmlns:a16="http://schemas.microsoft.com/office/drawing/2014/main" id="{8AD5B55F-7BCE-4552-AB37-20B6195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1" y="2325074"/>
            <a:ext cx="2828450" cy="16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C.1 · 聚合与同 Memory 准入｜本轮目标固定，后续需求排入下一轮</a:t>
            </a:r>
          </a:p>
        </p:txBody>
      </p:sp>
      <p:sp>
        <p:nvSpPr>
          <p:cNvPr id="59" name="source-03_operate-tidy-6-720">
            <a:extLst xmlns:a="http://schemas.openxmlformats.org/drawingml/2006/main">
              <a:ext uri="{FF2B5EF4-FFF2-40B4-BE49-F238E27FC236}">
                <a16:creationId xmlns:a16="http://schemas.microsoft.com/office/drawing/2014/main" id="{56AC686A-6CDC-4AED-B63D-4A61B08C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93" y="3865851"/>
            <a:ext cx="2393589" cy="16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C.2 · 目标对账与资源调度｜先查实际层，再决定是否执行</a:t>
            </a:r>
          </a:p>
        </p:txBody>
      </p:sp>
      <p:sp>
        <p:nvSpPr>
          <p:cNvPr id="60" name="source-03_operate-tidy-14-721">
            <a:extLst xmlns:a="http://schemas.openxmlformats.org/drawingml/2006/main">
              <a:ext uri="{FF2B5EF4-FFF2-40B4-BE49-F238E27FC236}">
                <a16:creationId xmlns:a16="http://schemas.microsoft.com/office/drawing/2014/main" id="{34809DA9-42DF-46D8-B489-B33EFA49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432" y="2652225"/>
            <a:ext cx="122006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① 缓冲区0：按 Memory 聚合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去重；更新信息与本批事件计数</a:t>
            </a:r>
          </a:p>
        </p:txBody>
      </p:sp>
      <p:sp>
        <p:nvSpPr>
          <p:cNvPr id="61" name="source-03_operate-tidy-16-722">
            <a:extLst xmlns:a="http://schemas.openxmlformats.org/drawingml/2006/main">
              <a:ext uri="{FF2B5EF4-FFF2-40B4-BE49-F238E27FC236}">
                <a16:creationId xmlns:a16="http://schemas.microsoft.com/office/drawing/2014/main" id="{7DFB69AF-C59F-4104-A013-7E124DA3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511" y="2652225"/>
            <a:ext cx="122006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更新热度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原子取走一批；新输入进下一批</a:t>
            </a:r>
          </a:p>
        </p:txBody>
      </p:sp>
      <p:sp>
        <p:nvSpPr>
          <p:cNvPr id="62" name="source-03_operate-tidy-18-723">
            <a:extLst xmlns:a="http://schemas.openxmlformats.org/drawingml/2006/main">
              <a:ext uri="{FF2B5EF4-FFF2-40B4-BE49-F238E27FC236}">
                <a16:creationId xmlns:a16="http://schemas.microsoft.com/office/drawing/2014/main" id="{46304378-FF69-4C58-B5F6-C6F7E47E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804" y="2652225"/>
            <a:ext cx="1135640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② 同 Memory 串行准入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已有未完成计划／本轮工作？</a:t>
            </a:r>
          </a:p>
        </p:txBody>
      </p:sp>
      <p:sp>
        <p:nvSpPr>
          <p:cNvPr id="63" name="source-03_operate-tidy-20-724">
            <a:extLst xmlns:a="http://schemas.openxmlformats.org/drawingml/2006/main">
              <a:ext uri="{FF2B5EF4-FFF2-40B4-BE49-F238E27FC236}">
                <a16:creationId xmlns:a16="http://schemas.microsoft.com/office/drawing/2014/main" id="{64A8F5CD-65D6-4055-BAB6-122D9934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457" y="2652225"/>
            <a:ext cx="1304492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登记本轮工作并计算目标层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固定本轮目标，不被后续输入改写</a:t>
            </a:r>
          </a:p>
        </p:txBody>
      </p:sp>
      <p:sp>
        <p:nvSpPr>
          <p:cNvPr id="64" name="source-03_operate-tidy-22-725">
            <a:extLst xmlns:a="http://schemas.openxmlformats.org/drawingml/2006/main">
              <a:ext uri="{FF2B5EF4-FFF2-40B4-BE49-F238E27FC236}">
                <a16:creationId xmlns:a16="http://schemas.microsoft.com/office/drawing/2014/main" id="{D284AF22-AE74-44A9-A7DF-FAC799E3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504" y="2652225"/>
            <a:ext cx="1000558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查询实际层队列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读取 P2 当前实际层 → ③</a:t>
            </a:r>
          </a:p>
        </p:txBody>
      </p:sp>
      <p:sp>
        <p:nvSpPr>
          <p:cNvPr id="65" name="source-03_operate-tidy-24-726">
            <a:extLst xmlns:a="http://schemas.openxmlformats.org/drawingml/2006/main">
              <a:ext uri="{FF2B5EF4-FFF2-40B4-BE49-F238E27FC236}">
                <a16:creationId xmlns:a16="http://schemas.microsoft.com/office/drawing/2014/main" id="{B06E262F-6BFC-4A53-93FE-940DD50B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689" y="3232655"/>
            <a:ext cx="1101869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缓冲区1：保留后续需求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本轮退出后回到 ② 重新准入</a:t>
            </a:r>
          </a:p>
        </p:txBody>
      </p:sp>
      <p:sp>
        <p:nvSpPr>
          <p:cNvPr id="66" name="source-03_operate-tidy-26-727">
            <a:extLst xmlns:a="http://schemas.openxmlformats.org/drawingml/2006/main">
              <a:ext uri="{FF2B5EF4-FFF2-40B4-BE49-F238E27FC236}">
                <a16:creationId xmlns:a16="http://schemas.microsoft.com/office/drawing/2014/main" id="{E18801F2-15F9-4876-9131-4311A13E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620" y="4214109"/>
            <a:ext cx="907689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③ 对比目标层与实际层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一致？</a:t>
            </a:r>
          </a:p>
        </p:txBody>
      </p:sp>
      <p:sp>
        <p:nvSpPr>
          <p:cNvPr id="67" name="source-03_operate-tidy-28-728">
            <a:extLst xmlns:a="http://schemas.openxmlformats.org/drawingml/2006/main">
              <a:ext uri="{FF2B5EF4-FFF2-40B4-BE49-F238E27FC236}">
                <a16:creationId xmlns:a16="http://schemas.microsoft.com/office/drawing/2014/main" id="{2766B787-58B8-4B22-B636-BDB641F7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716" y="4214109"/>
            <a:ext cx="105965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④ 制定计划并确认 P2 目标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核验当前记忆资格与版本</a:t>
            </a:r>
          </a:p>
        </p:txBody>
      </p:sp>
      <p:sp>
        <p:nvSpPr>
          <p:cNvPr id="68" name="source-03_operate-tidy-30-729">
            <a:extLst xmlns:a="http://schemas.openxmlformats.org/drawingml/2006/main">
              <a:ext uri="{FF2B5EF4-FFF2-40B4-BE49-F238E27FC236}">
                <a16:creationId xmlns:a16="http://schemas.microsoft.com/office/drawing/2014/main" id="{65E1E6E5-6064-477D-B5AE-82E8E11E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230" y="4214109"/>
            <a:ext cx="966788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⑤ P2 资源满足条件？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重查资源后决定是否提交</a:t>
            </a:r>
          </a:p>
        </p:txBody>
      </p:sp>
      <p:sp>
        <p:nvSpPr>
          <p:cNvPr id="69" name="source-03_operate-tidy-32-730">
            <a:extLst xmlns:a="http://schemas.openxmlformats.org/drawingml/2006/main">
              <a:ext uri="{FF2B5EF4-FFF2-40B4-BE49-F238E27FC236}">
                <a16:creationId xmlns:a16="http://schemas.microsoft.com/office/drawing/2014/main" id="{5D3DCE42-9385-4F26-9749-EFF641E0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666" y="4214109"/>
            <a:ext cx="1182074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执行队列：提交有效尝试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先存动作意图，固定 action_id</a:t>
            </a:r>
          </a:p>
        </p:txBody>
      </p:sp>
      <p:sp>
        <p:nvSpPr>
          <p:cNvPr id="70" name="source-03_operate-tidy-34-731">
            <a:extLst xmlns:a="http://schemas.openxmlformats.org/drawingml/2006/main">
              <a:ext uri="{FF2B5EF4-FFF2-40B4-BE49-F238E27FC236}">
                <a16:creationId xmlns:a16="http://schemas.microsoft.com/office/drawing/2014/main" id="{AF135EBD-B448-4798-A297-79095E52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701" y="4214109"/>
            <a:ext cx="764165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执行后缓冲区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保留在途动作 → ⑥</a:t>
            </a:r>
          </a:p>
        </p:txBody>
      </p:sp>
      <p:sp>
        <p:nvSpPr>
          <p:cNvPr id="71" name="source-03_operate-tidy-36-732">
            <a:extLst xmlns:a="http://schemas.openxmlformats.org/drawingml/2006/main">
              <a:ext uri="{FF2B5EF4-FFF2-40B4-BE49-F238E27FC236}">
                <a16:creationId xmlns:a16="http://schemas.microsoft.com/office/drawing/2014/main" id="{B27228DE-09F5-4A74-B045-23274AC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81" y="4900071"/>
            <a:ext cx="1177853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一致：Keep，退出本轮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释放串行权；有后续需求回 ②</a:t>
            </a:r>
          </a:p>
        </p:txBody>
      </p:sp>
      <p:sp>
        <p:nvSpPr>
          <p:cNvPr id="72" name="source-03_operate-tidy-38-733">
            <a:extLst xmlns:a="http://schemas.openxmlformats.org/drawingml/2006/main">
              <a:ext uri="{FF2B5EF4-FFF2-40B4-BE49-F238E27FC236}">
                <a16:creationId xmlns:a16="http://schemas.microsoft.com/office/drawing/2014/main" id="{6999E292-AF40-439F-9159-7C7263AE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364" y="4900071"/>
            <a:ext cx="882361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P2 资源更新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唤醒等待中的相关计划</a:t>
            </a:r>
          </a:p>
        </p:txBody>
      </p:sp>
      <p:sp>
        <p:nvSpPr>
          <p:cNvPr id="73" name="source-03_operate-tidy-40-734">
            <a:extLst xmlns:a="http://schemas.openxmlformats.org/drawingml/2006/main">
              <a:ext uri="{FF2B5EF4-FFF2-40B4-BE49-F238E27FC236}">
                <a16:creationId xmlns:a16="http://schemas.microsoft.com/office/drawing/2014/main" id="{03E213E4-2790-4991-B269-AE3EFDD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230" y="4900071"/>
            <a:ext cx="966788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等待队列：保留本轮目标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资源更新后回 ⑤ 检查</a:t>
            </a:r>
          </a:p>
        </p:txBody>
      </p:sp>
      <p:sp>
        <p:nvSpPr>
          <p:cNvPr id="74" name="source-03_operate-tidy-42-735">
            <a:extLst xmlns:a="http://schemas.openxmlformats.org/drawingml/2006/main">
              <a:ext uri="{FF2B5EF4-FFF2-40B4-BE49-F238E27FC236}">
                <a16:creationId xmlns:a16="http://schemas.microsoft.com/office/drawing/2014/main" id="{467358E5-91D3-4D9C-9185-130C4B5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670" y="4900071"/>
            <a:ext cx="122006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查询失败 / P2 不可用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延迟重查原查询，不判作不一致</a:t>
            </a:r>
          </a:p>
        </p:txBody>
      </p:sp>
      <p:sp>
        <p:nvSpPr>
          <p:cNvPr id="75" name="source-03_operate-tidy-95-736">
            <a:extLst xmlns:a="http://schemas.openxmlformats.org/drawingml/2006/main">
              <a:ext uri="{FF2B5EF4-FFF2-40B4-BE49-F238E27FC236}">
                <a16:creationId xmlns:a16="http://schemas.microsoft.com/office/drawing/2014/main" id="{DFEE2648-F751-480C-826B-6885B63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22" y="2622676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76" name="source-03_operate-tidy-99-737">
            <a:extLst xmlns:a="http://schemas.openxmlformats.org/drawingml/2006/main">
              <a:ext uri="{FF2B5EF4-FFF2-40B4-BE49-F238E27FC236}">
                <a16:creationId xmlns:a16="http://schemas.microsoft.com/office/drawing/2014/main" id="{B4330850-72D5-4EB3-8CB6-3F274E6F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221" y="3021590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有</a:t>
            </a:r>
          </a:p>
        </p:txBody>
      </p:sp>
      <p:sp>
        <p:nvSpPr>
          <p:cNvPr id="77" name="source-03_operate-tidy-102-738">
            <a:extLst xmlns:a="http://schemas.openxmlformats.org/drawingml/2006/main">
              <a:ext uri="{FF2B5EF4-FFF2-40B4-BE49-F238E27FC236}">
                <a16:creationId xmlns:a16="http://schemas.microsoft.com/office/drawing/2014/main" id="{20E66A45-98AF-42BC-8DE6-C640A770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963" y="4184560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78" name="source-03_operate-tidy-106-739">
            <a:extLst xmlns:a="http://schemas.openxmlformats.org/drawingml/2006/main">
              <a:ext uri="{FF2B5EF4-FFF2-40B4-BE49-F238E27FC236}">
                <a16:creationId xmlns:a16="http://schemas.microsoft.com/office/drawing/2014/main" id="{0998B202-46C2-4A6A-94CF-87F64E4C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22" y="4184560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79" name="source-03_operate-tidy-110-740">
            <a:extLst xmlns:a="http://schemas.openxmlformats.org/drawingml/2006/main">
              <a:ext uri="{FF2B5EF4-FFF2-40B4-BE49-F238E27FC236}">
                <a16:creationId xmlns:a16="http://schemas.microsoft.com/office/drawing/2014/main" id="{5BAAF50B-7ED3-4103-9CF3-3F679EB3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062" y="4636240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80" name="source-03_operate-tidy-113-741">
            <a:extLst xmlns:a="http://schemas.openxmlformats.org/drawingml/2006/main">
              <a:ext uri="{FF2B5EF4-FFF2-40B4-BE49-F238E27FC236}">
                <a16:creationId xmlns:a16="http://schemas.microsoft.com/office/drawing/2014/main" id="{AEB0D763-6710-47A7-9D9A-EA792C7A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221" y="4636240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81" name="source-03_operate-tidy-116-742">
            <a:extLst xmlns:a="http://schemas.openxmlformats.org/drawingml/2006/main">
              <a:ext uri="{FF2B5EF4-FFF2-40B4-BE49-F238E27FC236}">
                <a16:creationId xmlns:a16="http://schemas.microsoft.com/office/drawing/2014/main" id="{AE6B2BB5-BBFC-477D-BD59-83B57ACC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51" y="4870522"/>
            <a:ext cx="190067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唤醒</a:t>
            </a:r>
          </a:p>
        </p:txBody>
      </p:sp>
      <p:sp>
        <p:nvSpPr>
          <p:cNvPr id="82" name="source-03_operate-tidy-119-743">
            <a:extLst xmlns:a="http://schemas.openxmlformats.org/drawingml/2006/main">
              <a:ext uri="{FF2B5EF4-FFF2-40B4-BE49-F238E27FC236}">
                <a16:creationId xmlns:a16="http://schemas.microsoft.com/office/drawing/2014/main" id="{938F0AB2-87F5-48D2-9AD8-CEDBC1DA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582" y="3593577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83" name="text-744">
            <a:extLst xmlns:a="http://schemas.openxmlformats.org/drawingml/2006/main">
              <a:ext uri="{FF2B5EF4-FFF2-40B4-BE49-F238E27FC236}">
                <a16:creationId xmlns:a16="http://schemas.microsoft.com/office/drawing/2014/main" id="{FC1037D5-95E5-4192-B7E9-F30EBB92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1318314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ext-745">
            <a:extLst xmlns:a="http://schemas.openxmlformats.org/drawingml/2006/main">
              <a:ext uri="{FF2B5EF4-FFF2-40B4-BE49-F238E27FC236}">
                <a16:creationId xmlns:a16="http://schemas.microsoft.com/office/drawing/2014/main" id="{3A8798AE-6619-4243-94E4-5B3D554B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流程图答疑</a:t>
            </a:r>
          </a:p>
        </p:txBody>
      </p:sp>
      <p:sp>
        <p:nvSpPr>
          <p:cNvPr id="2" name="title-746">
            <a:extLst xmlns:a="http://schemas.openxmlformats.org/drawingml/2006/main">
              <a:ext uri="{FF2B5EF4-FFF2-40B4-BE49-F238E27FC236}">
                <a16:creationId xmlns:a16="http://schemas.microsoft.com/office/drawing/2014/main" id="{21AE4BD4-EFA7-42D6-9001-38C967F7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执行核验与地址交接</a:t>
            </a:r>
          </a:p>
        </p:txBody>
      </p:sp>
      <p:sp>
        <p:nvSpPr>
          <p:cNvPr id="3" name="text-747">
            <a:extLst xmlns:a="http://schemas.openxmlformats.org/drawingml/2006/main">
              <a:ext uri="{FF2B5EF4-FFF2-40B4-BE49-F238E27FC236}">
                <a16:creationId xmlns:a16="http://schemas.microsoft.com/office/drawing/2014/main" id="{8EB1114D-8840-4717-BFE6-8BB9BC9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现有 Excalidraw 原图节选，保留节点文字和连线；可放大查看与编辑</a:t>
            </a:r>
          </a:p>
        </p:txBody>
      </p:sp>
      <p:sp>
        <p:nvSpPr>
          <p:cNvPr id="4" name="route-748">
            <a:extLst xmlns:a="http://schemas.openxmlformats.org/drawingml/2006/main">
              <a:ext uri="{FF2B5EF4-FFF2-40B4-BE49-F238E27FC236}">
                <a16:creationId xmlns:a16="http://schemas.microsoft.com/office/drawing/2014/main" id="{1B7B9C98-5AD1-4C5A-AFA0-E89BC840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749">
            <a:extLst xmlns:a="http://schemas.openxmlformats.org/drawingml/2006/main">
              <a:ext uri="{FF2B5EF4-FFF2-40B4-BE49-F238E27FC236}">
                <a16:creationId xmlns:a16="http://schemas.microsoft.com/office/drawing/2014/main" id="{FA496083-2F48-4BC2-977B-5BE26451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750">
            <a:extLst xmlns:a="http://schemas.openxmlformats.org/drawingml/2006/main">
              <a:ext uri="{FF2B5EF4-FFF2-40B4-BE49-F238E27FC236}">
                <a16:creationId xmlns:a16="http://schemas.microsoft.com/office/drawing/2014/main" id="{9FEE4814-270A-4FA4-80C8-A0FB43E1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B09 / 12</a:t>
            </a:r>
          </a:p>
        </p:txBody>
      </p:sp>
      <p:sp>
        <p:nvSpPr>
          <p:cNvPr id="7" name="source-03_operate-tidy-43">
            <a:extLst xmlns:a="http://schemas.openxmlformats.org/drawingml/2006/main">
              <a:ext uri="{FF2B5EF4-FFF2-40B4-BE49-F238E27FC236}">
                <a16:creationId xmlns:a16="http://schemas.microsoft.com/office/drawing/2014/main" id="{F7E0A4D1-2912-470C-9379-52D244BC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2916057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8" name="source-03_operate-tidy-45">
            <a:extLst xmlns:a="http://schemas.openxmlformats.org/drawingml/2006/main">
              <a:ext uri="{FF2B5EF4-FFF2-40B4-BE49-F238E27FC236}">
                <a16:creationId xmlns:a16="http://schemas.microsoft.com/office/drawing/2014/main" id="{E761EEBC-906E-4446-A417-A07BCE8C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2916057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9" name="source-03_operate-tidy-47">
            <a:extLst xmlns:a="http://schemas.openxmlformats.org/drawingml/2006/main">
              <a:ext uri="{FF2B5EF4-FFF2-40B4-BE49-F238E27FC236}">
                <a16:creationId xmlns:a16="http://schemas.microsoft.com/office/drawing/2014/main" id="{7FBE84AE-AD43-4F74-BBC5-9BFE1093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2916057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0" name="source-03_operate-tidy-49">
            <a:extLst xmlns:a="http://schemas.openxmlformats.org/drawingml/2006/main">
              <a:ext uri="{FF2B5EF4-FFF2-40B4-BE49-F238E27FC236}">
                <a16:creationId xmlns:a16="http://schemas.microsoft.com/office/drawing/2014/main" id="{E9DFC606-06D4-4B5C-B0A1-9022DDFC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2916057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1" name="source-03_operate-tidy-51">
            <a:extLst xmlns:a="http://schemas.openxmlformats.org/drawingml/2006/main">
              <a:ext uri="{FF2B5EF4-FFF2-40B4-BE49-F238E27FC236}">
                <a16:creationId xmlns:a16="http://schemas.microsoft.com/office/drawing/2014/main" id="{BBDEEA8F-2EF1-4BE3-90D3-509915E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2916057"/>
            <a:ext cx="1857375" cy="379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2" name="source-03_operate-tidy-53">
            <a:extLst xmlns:a="http://schemas.openxmlformats.org/drawingml/2006/main">
              <a:ext uri="{FF2B5EF4-FFF2-40B4-BE49-F238E27FC236}">
                <a16:creationId xmlns:a16="http://schemas.microsoft.com/office/drawing/2014/main" id="{2CFDA47A-A12C-460C-8A68-A8E93B9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727" y="3844745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3" name="source-03_operate-tidy-55">
            <a:extLst xmlns:a="http://schemas.openxmlformats.org/drawingml/2006/main">
              <a:ext uri="{FF2B5EF4-FFF2-40B4-BE49-F238E27FC236}">
                <a16:creationId xmlns:a16="http://schemas.microsoft.com/office/drawing/2014/main" id="{F2898BEF-52C8-49C3-BACA-C2F3F91F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7807" y="3844745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4" name="source-03_operate-tidy-57">
            <a:extLst xmlns:a="http://schemas.openxmlformats.org/drawingml/2006/main">
              <a:ext uri="{FF2B5EF4-FFF2-40B4-BE49-F238E27FC236}">
                <a16:creationId xmlns:a16="http://schemas.microsoft.com/office/drawing/2014/main" id="{5577828D-7390-42B0-8C08-C785B62D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886" y="3844745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5" name="source-03_operate-tidy-59">
            <a:extLst xmlns:a="http://schemas.openxmlformats.org/drawingml/2006/main">
              <a:ext uri="{FF2B5EF4-FFF2-40B4-BE49-F238E27FC236}">
                <a16:creationId xmlns:a16="http://schemas.microsoft.com/office/drawing/2014/main" id="{8B99D4D1-94DA-4FEF-8301-5BD83F67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966" y="3844745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6" name="source-03_operate-tidy-61">
            <a:extLst xmlns:a="http://schemas.openxmlformats.org/drawingml/2006/main">
              <a:ext uri="{FF2B5EF4-FFF2-40B4-BE49-F238E27FC236}">
                <a16:creationId xmlns:a16="http://schemas.microsoft.com/office/drawing/2014/main" id="{FB1AF9ED-9D57-47CE-AB5F-16B7B7A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3045" y="3844745"/>
            <a:ext cx="1857375" cy="4221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32">
            <a:solidFill>
              <a:srgbClr val="222222"/>
            </a:solidFill>
          </a:ln>
        </p:spPr>
      </p:sp>
      <p:sp>
        <p:nvSpPr>
          <p:cNvPr id="17" name="source-03_operate-tidy-121">
            <a:extLst xmlns:a="http://schemas.openxmlformats.org/drawingml/2006/main">
              <a:ext uri="{FF2B5EF4-FFF2-40B4-BE49-F238E27FC236}">
                <a16:creationId xmlns:a16="http://schemas.microsoft.com/office/drawing/2014/main" id="{27CCD25C-9B66-4D0E-AC03-A22346B6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971" y="2947717"/>
            <a:ext cx="151967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18" name="source-03_operate-tidy-125">
            <a:extLst xmlns:a="http://schemas.openxmlformats.org/drawingml/2006/main">
              <a:ext uri="{FF2B5EF4-FFF2-40B4-BE49-F238E27FC236}">
                <a16:creationId xmlns:a16="http://schemas.microsoft.com/office/drawing/2014/main" id="{0BD61AED-55B9-42BB-9E7A-0DF87A0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5138" y="2947717"/>
            <a:ext cx="227951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19" name="source-03_operate-tidy-132">
            <a:extLst xmlns:a="http://schemas.openxmlformats.org/drawingml/2006/main">
              <a:ext uri="{FF2B5EF4-FFF2-40B4-BE49-F238E27FC236}">
                <a16:creationId xmlns:a16="http://schemas.microsoft.com/office/drawing/2014/main" id="{B8FBED31-7744-4CCA-9BC3-D6151BD1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2070" y="3504929"/>
            <a:ext cx="835819" cy="130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443">
            <a:solidFill>
              <a:srgbClr val="000000">
                <a:alpha val="0"/>
              </a:srgbClr>
            </a:solidFill>
          </a:ln>
        </p:spPr>
      </p:sp>
      <p:sp>
        <p:nvSpPr>
          <p:cNvPr id="20" name="source-03_operate-tidy-120-751">
            <a:extLst xmlns:a="http://schemas.openxmlformats.org/drawingml/2006/main">
              <a:ext uri="{FF2B5EF4-FFF2-40B4-BE49-F238E27FC236}">
                <a16:creationId xmlns:a16="http://schemas.microsoft.com/office/drawing/2014/main" id="{BEE90CE3-A65B-4896-BFEB-6387EEF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102" y="3106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1" name="route-752">
            <a:extLst xmlns:a="http://schemas.openxmlformats.org/drawingml/2006/main">
              <a:ext uri="{FF2B5EF4-FFF2-40B4-BE49-F238E27FC236}">
                <a16:creationId xmlns:a16="http://schemas.microsoft.com/office/drawing/2014/main" id="{88051BB8-CA61-4BC9-8367-FA303BF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607" y="3067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2" name="source-03_operate-tidy-123-753">
            <a:extLst xmlns:a="http://schemas.openxmlformats.org/drawingml/2006/main">
              <a:ext uri="{FF2B5EF4-FFF2-40B4-BE49-F238E27FC236}">
                <a16:creationId xmlns:a16="http://schemas.microsoft.com/office/drawing/2014/main" id="{DBA0A7D0-6CBB-4FEE-B71C-4031C32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182" y="3106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3" name="route-754">
            <a:extLst xmlns:a="http://schemas.openxmlformats.org/drawingml/2006/main">
              <a:ext uri="{FF2B5EF4-FFF2-40B4-BE49-F238E27FC236}">
                <a16:creationId xmlns:a16="http://schemas.microsoft.com/office/drawing/2014/main" id="{74C2DEF4-0155-4299-A4F6-0C37726B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686" y="3067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4" name="source-03_operate-tidy-124-755">
            <a:extLst xmlns:a="http://schemas.openxmlformats.org/drawingml/2006/main">
              <a:ext uri="{FF2B5EF4-FFF2-40B4-BE49-F238E27FC236}">
                <a16:creationId xmlns:a16="http://schemas.microsoft.com/office/drawing/2014/main" id="{A7477599-1E2B-408B-8C2F-5627B6C8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61" y="3106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5" name="route-756">
            <a:extLst xmlns:a="http://schemas.openxmlformats.org/drawingml/2006/main">
              <a:ext uri="{FF2B5EF4-FFF2-40B4-BE49-F238E27FC236}">
                <a16:creationId xmlns:a16="http://schemas.microsoft.com/office/drawing/2014/main" id="{7E07564D-ECEE-4C72-82AD-6D9BBDE5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766" y="3067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6" name="source-03_operate-tidy-127-757">
            <a:extLst xmlns:a="http://schemas.openxmlformats.org/drawingml/2006/main">
              <a:ext uri="{FF2B5EF4-FFF2-40B4-BE49-F238E27FC236}">
                <a16:creationId xmlns:a16="http://schemas.microsoft.com/office/drawing/2014/main" id="{8039D8ED-6F4E-47FF-B128-C53B2BE4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341" y="3106016"/>
            <a:ext cx="337705" cy="95"/>
          </a:xfrm>
          <a:custGeom xmlns:a="http://schemas.openxmlformats.org/drawingml/2006/main">
            <a:pathLst>
              <a:path w="337705" h="95">
                <a:moveTo>
                  <a:pt x="0" y="0"/>
                </a:moveTo>
                <a:lnTo>
                  <a:pt x="3377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7" name="route-758">
            <a:extLst xmlns:a="http://schemas.openxmlformats.org/drawingml/2006/main">
              <a:ext uri="{FF2B5EF4-FFF2-40B4-BE49-F238E27FC236}">
                <a16:creationId xmlns:a16="http://schemas.microsoft.com/office/drawing/2014/main" id="{622A4915-EC9C-4C0E-AED8-E5C5C20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845" y="3067916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8" name="source-03_operate-tidy-131-759">
            <a:extLst xmlns:a="http://schemas.openxmlformats.org/drawingml/2006/main">
              <a:ext uri="{FF2B5EF4-FFF2-40B4-BE49-F238E27FC236}">
                <a16:creationId xmlns:a16="http://schemas.microsoft.com/office/drawing/2014/main" id="{E2091138-3BCC-4B52-BF58-6C024865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415" y="3295975"/>
            <a:ext cx="95" cy="548770"/>
          </a:xfrm>
          <a:custGeom xmlns:a="http://schemas.openxmlformats.org/drawingml/2006/main">
            <a:pathLst>
              <a:path w="95" h="548770">
                <a:moveTo>
                  <a:pt x="0" y="0"/>
                </a:moveTo>
                <a:lnTo>
                  <a:pt x="0" y="54877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29" name="route-760">
            <a:extLst xmlns:a="http://schemas.openxmlformats.org/drawingml/2006/main">
              <a:ext uri="{FF2B5EF4-FFF2-40B4-BE49-F238E27FC236}">
                <a16:creationId xmlns:a16="http://schemas.microsoft.com/office/drawing/2014/main" id="{7BEC96A9-6AA7-462C-8460-30185908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315" y="376854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598">
            <a:solidFill>
              <a:srgbClr val="222222"/>
            </a:solidFill>
            <a:prstDash val="solid"/>
          </a:ln>
        </p:spPr>
      </p:sp>
      <p:sp>
        <p:nvSpPr>
          <p:cNvPr id="30" name="source-03_operate-tidy-8-761">
            <a:extLst xmlns:a="http://schemas.openxmlformats.org/drawingml/2006/main">
              <a:ext uri="{FF2B5EF4-FFF2-40B4-BE49-F238E27FC236}">
                <a16:creationId xmlns:a16="http://schemas.microsoft.com/office/drawing/2014/main" id="{74BA055D-A819-41FF-96F6-FE55BFF1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693" y="2620566"/>
            <a:ext cx="2807211" cy="165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C.3 · 执行核验与地址交接｜动作完成和 MemRecord 写入分别确认</a:t>
            </a:r>
          </a:p>
        </p:txBody>
      </p:sp>
      <p:sp>
        <p:nvSpPr>
          <p:cNvPr id="31" name="source-03_operate-tidy-44-762">
            <a:extLst xmlns:a="http://schemas.openxmlformats.org/drawingml/2006/main">
              <a:ext uri="{FF2B5EF4-FFF2-40B4-BE49-F238E27FC236}">
                <a16:creationId xmlns:a16="http://schemas.microsoft.com/office/drawing/2014/main" id="{787E2DE7-0D13-42C8-8ADD-4437DBBF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969" y="2989930"/>
            <a:ext cx="1046992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⑥ 查原动作 + 当前实际层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层级一致且动作 Success？</a:t>
            </a:r>
          </a:p>
        </p:txBody>
      </p:sp>
      <p:sp>
        <p:nvSpPr>
          <p:cNvPr id="32" name="source-03_operate-tidy-46-763">
            <a:extLst xmlns:a="http://schemas.openxmlformats.org/drawingml/2006/main">
              <a:ext uri="{FF2B5EF4-FFF2-40B4-BE49-F238E27FC236}">
                <a16:creationId xmlns:a16="http://schemas.microsoft.com/office/drawing/2014/main" id="{1D6CA6C1-0A56-4268-B359-4BF87155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958" y="2989930"/>
            <a:ext cx="1241172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接收新索引地址并核验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action_id、对象、版本及可读性</a:t>
            </a:r>
          </a:p>
        </p:txBody>
      </p:sp>
      <p:sp>
        <p:nvSpPr>
          <p:cNvPr id="33" name="source-03_operate-tidy-48-764">
            <a:extLst xmlns:a="http://schemas.openxmlformats.org/drawingml/2006/main">
              <a:ext uri="{FF2B5EF4-FFF2-40B4-BE49-F238E27FC236}">
                <a16:creationId xmlns:a16="http://schemas.microsoft.com/office/drawing/2014/main" id="{3D36D2DE-712C-4301-82A7-01B6BEA1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177" y="2989930"/>
            <a:ext cx="1502893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⑦ 调用 Remember 更新 MemRecord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当前资格核验 + 版本条件写入</a:t>
            </a:r>
          </a:p>
        </p:txBody>
      </p:sp>
      <p:sp>
        <p:nvSpPr>
          <p:cNvPr id="34" name="source-03_operate-tidy-50-765">
            <a:extLst xmlns:a="http://schemas.openxmlformats.org/drawingml/2006/main">
              <a:ext uri="{FF2B5EF4-FFF2-40B4-BE49-F238E27FC236}">
                <a16:creationId xmlns:a16="http://schemas.microsoft.com/office/drawing/2014/main" id="{C1D3F666-88EB-4960-BF96-CCA1C4A9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75" y="2989930"/>
            <a:ext cx="1363656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写入确认 → 退出本轮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持久结论，释放同 Memory 串行权</a:t>
            </a:r>
          </a:p>
        </p:txBody>
      </p:sp>
      <p:sp>
        <p:nvSpPr>
          <p:cNvPr id="35" name="source-03_operate-tidy-52-766">
            <a:extLst xmlns:a="http://schemas.openxmlformats.org/drawingml/2006/main">
              <a:ext uri="{FF2B5EF4-FFF2-40B4-BE49-F238E27FC236}">
                <a16:creationId xmlns:a16="http://schemas.microsoft.com/office/drawing/2014/main" id="{3D0B7369-4F53-41AF-BFEB-EBF18C15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299" y="2989930"/>
            <a:ext cx="1160968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取缓冲区1的后续需求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回 ②：按最新状态计算下一轮</a:t>
            </a:r>
          </a:p>
        </p:txBody>
      </p:sp>
      <p:sp>
        <p:nvSpPr>
          <p:cNvPr id="36" name="source-03_operate-tidy-54-767">
            <a:extLst xmlns:a="http://schemas.openxmlformats.org/drawingml/2006/main">
              <a:ext uri="{FF2B5EF4-FFF2-40B4-BE49-F238E27FC236}">
                <a16:creationId xmlns:a16="http://schemas.microsoft.com/office/drawing/2014/main" id="{2022EA5A-B5EE-4E32-96E1-67793AA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04" y="3939724"/>
            <a:ext cx="1270722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Running / Unknown / 查询失败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保留原动作，延迟回 ⑥ 查询</a:t>
            </a:r>
          </a:p>
        </p:txBody>
      </p:sp>
      <p:sp>
        <p:nvSpPr>
          <p:cNvPr id="37" name="source-03_operate-tidy-56-768">
            <a:extLst xmlns:a="http://schemas.openxmlformats.org/drawingml/2006/main">
              <a:ext uri="{FF2B5EF4-FFF2-40B4-BE49-F238E27FC236}">
                <a16:creationId xmlns:a16="http://schemas.microsoft.com/office/drawing/2014/main" id="{1187083E-94E7-4652-A3E9-D655FD72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069" y="3939724"/>
            <a:ext cx="1236951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不一致且 Failed：查询原因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资源不足 → ⑤；位置冲突 → ④</a:t>
            </a:r>
          </a:p>
        </p:txBody>
      </p:sp>
      <p:sp>
        <p:nvSpPr>
          <p:cNvPr id="38" name="source-03_operate-tidy-58-769">
            <a:extLst xmlns:a="http://schemas.openxmlformats.org/drawingml/2006/main">
              <a:ext uri="{FF2B5EF4-FFF2-40B4-BE49-F238E27FC236}">
                <a16:creationId xmlns:a16="http://schemas.microsoft.com/office/drawing/2014/main" id="{08F0C98B-DEE9-4AB5-8C46-30A95D9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825" y="3939724"/>
            <a:ext cx="1325599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层级与终态矛盾：异常核验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不放行；Running 即使一致也等待</a:t>
            </a:r>
          </a:p>
        </p:txBody>
      </p:sp>
      <p:sp>
        <p:nvSpPr>
          <p:cNvPr id="39" name="source-03_operate-tidy-60-770">
            <a:extLst xmlns:a="http://schemas.openxmlformats.org/drawingml/2006/main">
              <a:ext uri="{FF2B5EF4-FFF2-40B4-BE49-F238E27FC236}">
                <a16:creationId xmlns:a16="http://schemas.microsoft.com/office/drawing/2014/main" id="{6CB31C5F-92DC-4E8C-82B3-E53B8D3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097" y="3939724"/>
            <a:ext cx="1051214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元数据写入失败 → 重试 ⑦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重新核验资格，不重新迁移</a:t>
            </a:r>
          </a:p>
        </p:txBody>
      </p:sp>
      <p:sp>
        <p:nvSpPr>
          <p:cNvPr id="40" name="source-03_operate-tidy-62-771">
            <a:extLst xmlns:a="http://schemas.openxmlformats.org/drawingml/2006/main">
              <a:ext uri="{FF2B5EF4-FFF2-40B4-BE49-F238E27FC236}">
                <a16:creationId xmlns:a16="http://schemas.microsoft.com/office/drawing/2014/main" id="{7C2BC876-22BD-4D42-A6D5-29A5C3D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963" y="3939724"/>
            <a:ext cx="1135640" cy="270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删除 / 归档 → 独立清理任务</a:t>
            </a:r>
          </a:p>
          <a:p xmlns:a="http://schemas.openxmlformats.org/drawingml/2006/main">
            <a:pPr algn="l">
              <a:def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确认清理结果；墓碑阻断旧写</a:t>
            </a:r>
          </a:p>
        </p:txBody>
      </p:sp>
      <p:sp>
        <p:nvSpPr>
          <p:cNvPr id="41" name="source-03_operate-tidy-122-772">
            <a:extLst xmlns:a="http://schemas.openxmlformats.org/drawingml/2006/main">
              <a:ext uri="{FF2B5EF4-FFF2-40B4-BE49-F238E27FC236}">
                <a16:creationId xmlns:a16="http://schemas.microsoft.com/office/drawing/2014/main" id="{726DE484-B24E-4403-92B3-A675EE4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963" y="2960381"/>
            <a:ext cx="114084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42" name="source-03_operate-tidy-126-773">
            <a:extLst xmlns:a="http://schemas.openxmlformats.org/drawingml/2006/main">
              <a:ext uri="{FF2B5EF4-FFF2-40B4-BE49-F238E27FC236}">
                <a16:creationId xmlns:a16="http://schemas.microsoft.com/office/drawing/2014/main" id="{01E25207-035B-4D34-9C29-C6110EC6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130" y="2960381"/>
            <a:ext cx="190067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43" name="source-03_operate-tidy-133-774">
            <a:extLst xmlns:a="http://schemas.openxmlformats.org/drawingml/2006/main">
              <a:ext uri="{FF2B5EF4-FFF2-40B4-BE49-F238E27FC236}">
                <a16:creationId xmlns:a16="http://schemas.microsoft.com/office/drawing/2014/main" id="{D1B4DE06-71A2-412D-8792-C703090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062" y="3517593"/>
            <a:ext cx="797935" cy="142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98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在途 / 未知 / 查询失败</a:t>
            </a:r>
          </a:p>
        </p:txBody>
      </p:sp>
      <p:sp>
        <p:nvSpPr>
          <p:cNvPr id="44" name="source-operate-update-note0-775">
            <a:extLst xmlns:a="http://schemas.openxmlformats.org/drawingml/2006/main">
              <a:ext uri="{FF2B5EF4-FFF2-40B4-BE49-F238E27FC236}">
                <a16:creationId xmlns:a16="http://schemas.microsoft.com/office/drawing/2014/main" id="{BF2DC411-B7AF-4957-9093-34C6020C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7" y="4456834"/>
            <a:ext cx="4618218" cy="16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其余分支：Failed 查原因；状态矛盾待核验；P2 不可用延迟重查。异常未处理完，不释放同 Memory 串行权。</a:t>
            </a:r>
          </a:p>
        </p:txBody>
      </p:sp>
      <p:sp>
        <p:nvSpPr>
          <p:cNvPr id="45" name="source-operate-update-note1-776">
            <a:extLst xmlns:a="http://schemas.openxmlformats.org/drawingml/2006/main">
              <a:ext uri="{FF2B5EF4-FFF2-40B4-BE49-F238E27FC236}">
                <a16:creationId xmlns:a16="http://schemas.microsoft.com/office/drawing/2014/main" id="{6B7AAD01-789C-4BF8-AC4F-BD4FD8C2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7" y="4646793"/>
            <a:ext cx="4310063" cy="16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缓冲区不是仅内存队列：批次、待办、等待与在途动作须持久保存；进程恢复继续使用原计划和原动作。</a:t>
            </a:r>
          </a:p>
        </p:txBody>
      </p:sp>
      <p:sp>
        <p:nvSpPr>
          <p:cNvPr id="46" name="source-operate-update-note2-777">
            <a:extLst xmlns:a="http://schemas.openxmlformats.org/drawingml/2006/main">
              <a:ext uri="{FF2B5EF4-FFF2-40B4-BE49-F238E27FC236}">
                <a16:creationId xmlns:a16="http://schemas.microsoft.com/office/drawing/2014/main" id="{2691CAB7-5739-4985-9C67-D82139AB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7" y="4836752"/>
            <a:ext cx="4563341" cy="168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1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计热按事件类型：read 去重计热，packed 不重复计热。机制参考 Kubernetes Controller；真实 P2 需联调。</a:t>
            </a:r>
          </a:p>
        </p:txBody>
      </p:sp>
      <p:sp>
        <p:nvSpPr>
          <p:cNvPr id="47" name="text-778">
            <a:extLst xmlns:a="http://schemas.openxmlformats.org/drawingml/2006/main">
              <a:ext uri="{FF2B5EF4-FFF2-40B4-BE49-F238E27FC236}">
                <a16:creationId xmlns:a16="http://schemas.microsoft.com/office/drawing/2014/main" id="{FF57F444-E707-44F3-BCA8-42D1DC5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图中表达目标设计；当前本地实现与真实环境验收按主讲页分别说明</a:t>
            </a:r>
          </a:p>
        </p:txBody>
      </p:sp>
    </p:spTree>
    <p:extLst>
      <p:ext uri="{BB962C8B-B14F-4D97-AF65-F5344CB8AC3E}">
        <p14:creationId xmlns:p14="http://schemas.microsoft.com/office/powerpoint/2010/main" val="3496952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79">
            <a:extLst xmlns:a="http://schemas.openxmlformats.org/drawingml/2006/main">
              <a:ext uri="{FF2B5EF4-FFF2-40B4-BE49-F238E27FC236}">
                <a16:creationId xmlns:a16="http://schemas.microsoft.com/office/drawing/2014/main" id="{BD048423-171F-42B4-B2A3-6044566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接口答疑</a:t>
            </a:r>
          </a:p>
        </p:txBody>
      </p:sp>
      <p:sp>
        <p:nvSpPr>
          <p:cNvPr id="2" name="title-780">
            <a:extLst xmlns:a="http://schemas.openxmlformats.org/drawingml/2006/main">
              <a:ext uri="{FF2B5EF4-FFF2-40B4-BE49-F238E27FC236}">
                <a16:creationId xmlns:a16="http://schemas.microsoft.com/office/drawing/2014/main" id="{7B13C2B0-08A7-4524-9DFC-B098A5E6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接口、提供责任与完成证据</a:t>
            </a:r>
          </a:p>
        </p:txBody>
      </p:sp>
      <p:sp>
        <p:nvSpPr>
          <p:cNvPr id="3" name="text-781">
            <a:extLst xmlns:a="http://schemas.openxmlformats.org/drawingml/2006/main">
              <a:ext uri="{FF2B5EF4-FFF2-40B4-BE49-F238E27FC236}">
                <a16:creationId xmlns:a16="http://schemas.microsoft.com/office/drawing/2014/main" id="{56E04240-2A73-40F3-90CE-4505DD04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P3 内部接口由相关开发共同完成；P2 联调由对应测试负责人跟进</a:t>
            </a:r>
          </a:p>
        </p:txBody>
      </p:sp>
      <p:sp>
        <p:nvSpPr>
          <p:cNvPr id="4" name="route-782">
            <a:extLst xmlns:a="http://schemas.openxmlformats.org/drawingml/2006/main">
              <a:ext uri="{FF2B5EF4-FFF2-40B4-BE49-F238E27FC236}">
                <a16:creationId xmlns:a16="http://schemas.microsoft.com/office/drawing/2014/main" id="{ADEF7279-8F3B-4B7E-82F7-08826543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783">
            <a:extLst xmlns:a="http://schemas.openxmlformats.org/drawingml/2006/main">
              <a:ext uri="{FF2B5EF4-FFF2-40B4-BE49-F238E27FC236}">
                <a16:creationId xmlns:a16="http://schemas.microsoft.com/office/drawing/2014/main" id="{D8FD39DB-F0C2-47D5-9C02-15BE74B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784">
            <a:extLst xmlns:a="http://schemas.openxmlformats.org/drawingml/2006/main">
              <a:ext uri="{FF2B5EF4-FFF2-40B4-BE49-F238E27FC236}">
                <a16:creationId xmlns:a16="http://schemas.microsoft.com/office/drawing/2014/main" id="{7220A735-A002-4771-BBE8-C165D74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B10 / 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5150"/>
                <a:gridCol w="3571875"/>
                <a:gridCol w="4295775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提供方 / 消费方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资格、正文、关系、最终复核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 / Recall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精确版本、权限变化、缺失与冲突组结果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共享编码与向量机制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维护 / B 建索引及 A 检索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Query/Passage 空间一致，发布批次可核验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可靠事件与任务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三流程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同事务待办、去重投递、重启恢复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动作、状态与地址交接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P2执行方 / C；C / B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原ID、目标版本、真实读回、B条件确认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身份与应用接入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身份/P4提供方 / 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租户绑定、撤权窗口、连续业务用例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424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85">
            <a:extLst xmlns:a="http://schemas.openxmlformats.org/drawingml/2006/main">
              <a:ext uri="{FF2B5EF4-FFF2-40B4-BE49-F238E27FC236}">
                <a16:creationId xmlns:a16="http://schemas.microsoft.com/office/drawing/2014/main" id="{6D965437-6CC7-42B9-8D47-711148DD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证据答疑</a:t>
            </a:r>
          </a:p>
        </p:txBody>
      </p:sp>
      <p:sp>
        <p:nvSpPr>
          <p:cNvPr id="2" name="title-786">
            <a:extLst xmlns:a="http://schemas.openxmlformats.org/drawingml/2006/main">
              <a:ext uri="{FF2B5EF4-FFF2-40B4-BE49-F238E27FC236}">
                <a16:creationId xmlns:a16="http://schemas.microsoft.com/office/drawing/2014/main" id="{E36D209E-1467-4060-B995-C8D21C6C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已保存的工程验证记录</a:t>
            </a:r>
          </a:p>
        </p:txBody>
      </p:sp>
      <p:sp>
        <p:nvSpPr>
          <p:cNvPr id="3" name="text-787">
            <a:extLst xmlns:a="http://schemas.openxmlformats.org/drawingml/2006/main">
              <a:ext uri="{FF2B5EF4-FFF2-40B4-BE49-F238E27FC236}">
                <a16:creationId xmlns:a16="http://schemas.microsoft.com/office/drawing/2014/main" id="{CA83FBEF-0216-4326-8CD9-3047A80B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日期：2026.09.26；来源为统一运行整合报告，本次没有重新执行</a:t>
            </a:r>
          </a:p>
        </p:txBody>
      </p:sp>
      <p:sp>
        <p:nvSpPr>
          <p:cNvPr id="4" name="route-788">
            <a:extLst xmlns:a="http://schemas.openxmlformats.org/drawingml/2006/main">
              <a:ext uri="{FF2B5EF4-FFF2-40B4-BE49-F238E27FC236}">
                <a16:creationId xmlns:a16="http://schemas.microsoft.com/office/drawing/2014/main" id="{CE06B170-07F7-4875-ADFD-9E315B93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789">
            <a:extLst xmlns:a="http://schemas.openxmlformats.org/drawingml/2006/main">
              <a:ext uri="{FF2B5EF4-FFF2-40B4-BE49-F238E27FC236}">
                <a16:creationId xmlns:a16="http://schemas.microsoft.com/office/drawing/2014/main" id="{EF6B6DAA-8187-4EE7-8F8C-7ABA757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790">
            <a:extLst xmlns:a="http://schemas.openxmlformats.org/drawingml/2006/main">
              <a:ext uri="{FF2B5EF4-FFF2-40B4-BE49-F238E27FC236}">
                <a16:creationId xmlns:a16="http://schemas.microsoft.com/office/drawing/2014/main" id="{B73A6BF1-453A-4A1F-A1AE-F9ED236C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B11 / 12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52775"/>
                <a:gridCol w="2952750"/>
                <a:gridCol w="4867275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可支持的结论与限制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E01 全仓 Python 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1305 passed，172.87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启用真实 BGE；排除 Docker 环境项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E02 HTTP 收尾回归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passed，41.50 秒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包含生命周期竞争；与 E01 重叠不相加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E03 真实 TCP / 重启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 Recall ID 重取；ready 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本地持续服务、保存到召回和进程恢复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E04 / E05 静态检查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Ruff 通过；Mypy 356 源文件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报告时点的工程质量检查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4770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E07 Compose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配置解析通过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不证明镜像构建、引擎启动或容器联调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91">
            <a:extLst xmlns:a="http://schemas.openxmlformats.org/drawingml/2006/main">
              <a:ext uri="{FF2B5EF4-FFF2-40B4-BE49-F238E27FC236}">
                <a16:creationId xmlns:a16="http://schemas.microsoft.com/office/drawing/2014/main" id="{6DB69968-68B2-47F7-9CF6-1A537EBB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真实 LLM / P2 / Milvus、生产迁移、质量性能、24h 长稳和业务签收仍需验收</a:t>
            </a:r>
          </a:p>
        </p:txBody>
      </p:sp>
    </p:spTree>
    <p:extLst>
      <p:ext uri="{BB962C8B-B14F-4D97-AF65-F5344CB8AC3E}">
        <p14:creationId xmlns:p14="http://schemas.microsoft.com/office/powerpoint/2010/main" val="3981252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92">
            <a:extLst xmlns:a="http://schemas.openxmlformats.org/drawingml/2006/main">
              <a:ext uri="{FF2B5EF4-FFF2-40B4-BE49-F238E27FC236}">
                <a16:creationId xmlns:a16="http://schemas.microsoft.com/office/drawing/2014/main" id="{5DCCF32D-F329-4500-9DC8-E241763A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范围答疑</a:t>
            </a:r>
          </a:p>
        </p:txBody>
      </p:sp>
      <p:sp>
        <p:nvSpPr>
          <p:cNvPr id="2" name="title-793">
            <a:extLst xmlns:a="http://schemas.openxmlformats.org/drawingml/2006/main">
              <a:ext uri="{FF2B5EF4-FFF2-40B4-BE49-F238E27FC236}">
                <a16:creationId xmlns:a16="http://schemas.microsoft.com/office/drawing/2014/main" id="{9CFB4DA1-17F8-4D2E-B93E-4DAB0EA0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原图、需求与验收口径待对齐项</a:t>
            </a:r>
          </a:p>
        </p:txBody>
      </p:sp>
      <p:sp>
        <p:nvSpPr>
          <p:cNvPr id="3" name="text-794">
            <a:extLst xmlns:a="http://schemas.openxmlformats.org/drawingml/2006/main">
              <a:ext uri="{FF2B5EF4-FFF2-40B4-BE49-F238E27FC236}">
                <a16:creationId xmlns:a16="http://schemas.microsoft.com/office/drawing/2014/main" id="{3178723C-9FFE-4A61-A425-25661D2A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定版时解决已知差异，主讲采用 PRD V1.3 的业务要求</a:t>
            </a:r>
          </a:p>
        </p:txBody>
      </p:sp>
      <p:sp>
        <p:nvSpPr>
          <p:cNvPr id="4" name="route-795">
            <a:extLst xmlns:a="http://schemas.openxmlformats.org/drawingml/2006/main">
              <a:ext uri="{FF2B5EF4-FFF2-40B4-BE49-F238E27FC236}">
                <a16:creationId xmlns:a16="http://schemas.microsoft.com/office/drawing/2014/main" id="{6E4204DA-3BBB-4AF1-857C-3552E41C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796">
            <a:extLst xmlns:a="http://schemas.openxmlformats.org/drawingml/2006/main">
              <a:ext uri="{FF2B5EF4-FFF2-40B4-BE49-F238E27FC236}">
                <a16:creationId xmlns:a16="http://schemas.microsoft.com/office/drawing/2014/main" id="{8534A21C-4BA5-4E72-A551-683C63C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797">
            <a:extLst xmlns:a="http://schemas.openxmlformats.org/drawingml/2006/main">
              <a:ext uri="{FF2B5EF4-FFF2-40B4-BE49-F238E27FC236}">
                <a16:creationId xmlns:a16="http://schemas.microsoft.com/office/drawing/2014/main" id="{505DC0A3-40B2-45B2-B76A-CA38B0B6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B12 / 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19600"/>
                <a:gridCol w="3981450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本次采用口径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定版动作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66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部分来源失败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仍有独立完整可信材料可降级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同步原图 A.1b / A.1d 的严格失败分支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不完整冲突组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整组排除，其他独立完整组可继续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不能交付半组；统一最后结果判定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66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压缩表示使用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保留来源、版本、质量与表示类型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明确合格压缩在长期读取/组包的适用路径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实际物理调整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包含真实执行；目标路径待联合确认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P2/P1/P3 确认能力、介质、日期；不擅自缩减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667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与后续阶段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24h；预测 P1；Final 72h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 MVP 交接不等于后续正式纳管完成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637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2026-09-28T04:50:15.1760000Z</dcterms:created>
  <dcterms:modified xsi:type="dcterms:W3CDTF">2026-09-28T04:50:15.1760000Z</dcterms:modified>
</coreProperties>
</file>